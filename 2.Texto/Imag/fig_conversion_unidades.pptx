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4265275" cy="941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11" autoAdjust="0"/>
    <p:restoredTop sz="94660"/>
  </p:normalViewPr>
  <p:slideViewPr>
    <p:cSldViewPr snapToGrid="0">
      <p:cViewPr>
        <p:scale>
          <a:sx n="50" d="100"/>
          <a:sy n="50" d="100"/>
        </p:scale>
        <p:origin x="2074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96" y="1541431"/>
            <a:ext cx="12125484" cy="3279081"/>
          </a:xfrm>
        </p:spPr>
        <p:txBody>
          <a:bodyPr anchor="b"/>
          <a:lstStyle>
            <a:lvl1pPr algn="ctr">
              <a:defRPr sz="8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160" y="4946966"/>
            <a:ext cx="10698956" cy="2273990"/>
          </a:xfrm>
        </p:spPr>
        <p:txBody>
          <a:bodyPr/>
          <a:lstStyle>
            <a:lvl1pPr marL="0" indent="0" algn="ctr">
              <a:buNone/>
              <a:defRPr sz="3296"/>
            </a:lvl1pPr>
            <a:lvl2pPr marL="627918" indent="0" algn="ctr">
              <a:buNone/>
              <a:defRPr sz="2747"/>
            </a:lvl2pPr>
            <a:lvl3pPr marL="1255837" indent="0" algn="ctr">
              <a:buNone/>
              <a:defRPr sz="2472"/>
            </a:lvl3pPr>
            <a:lvl4pPr marL="1883755" indent="0" algn="ctr">
              <a:buNone/>
              <a:defRPr sz="2197"/>
            </a:lvl4pPr>
            <a:lvl5pPr marL="2511674" indent="0" algn="ctr">
              <a:buNone/>
              <a:defRPr sz="2197"/>
            </a:lvl5pPr>
            <a:lvl6pPr marL="3139592" indent="0" algn="ctr">
              <a:buNone/>
              <a:defRPr sz="2197"/>
            </a:lvl6pPr>
            <a:lvl7pPr marL="3767511" indent="0" algn="ctr">
              <a:buNone/>
              <a:defRPr sz="2197"/>
            </a:lvl7pPr>
            <a:lvl8pPr marL="4395429" indent="0" algn="ctr">
              <a:buNone/>
              <a:defRPr sz="2197"/>
            </a:lvl8pPr>
            <a:lvl9pPr marL="5023348" indent="0" algn="ctr">
              <a:buNone/>
              <a:defRPr sz="21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2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08" y="2348122"/>
            <a:ext cx="12303800" cy="3917891"/>
          </a:xfrm>
        </p:spPr>
        <p:txBody>
          <a:bodyPr anchor="b"/>
          <a:lstStyle>
            <a:lvl1pPr>
              <a:defRPr sz="8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08" y="6303078"/>
            <a:ext cx="12303800" cy="2060326"/>
          </a:xfrm>
        </p:spPr>
        <p:txBody>
          <a:bodyPr/>
          <a:lstStyle>
            <a:lvl1pPr marL="0" indent="0">
              <a:buNone/>
              <a:defRPr sz="3296">
                <a:solidFill>
                  <a:schemeClr val="tx1">
                    <a:tint val="82000"/>
                  </a:schemeClr>
                </a:solidFill>
              </a:defRPr>
            </a:lvl1pPr>
            <a:lvl2pPr marL="627918" indent="0">
              <a:buNone/>
              <a:defRPr sz="2747">
                <a:solidFill>
                  <a:schemeClr val="tx1">
                    <a:tint val="82000"/>
                  </a:schemeClr>
                </a:solidFill>
              </a:defRPr>
            </a:lvl2pPr>
            <a:lvl3pPr marL="1255837" indent="0">
              <a:buNone/>
              <a:defRPr sz="2472">
                <a:solidFill>
                  <a:schemeClr val="tx1">
                    <a:tint val="82000"/>
                  </a:schemeClr>
                </a:solidFill>
              </a:defRPr>
            </a:lvl3pPr>
            <a:lvl4pPr marL="1883755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4pPr>
            <a:lvl5pPr marL="2511674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5pPr>
            <a:lvl6pPr marL="3139592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6pPr>
            <a:lvl7pPr marL="3767511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7pPr>
            <a:lvl8pPr marL="4395429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8pPr>
            <a:lvl9pPr marL="5023348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738" y="2507276"/>
            <a:ext cx="6062742" cy="5976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1795" y="2507276"/>
            <a:ext cx="6062742" cy="5976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501457"/>
            <a:ext cx="12303800" cy="1820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97" y="2308875"/>
            <a:ext cx="6034879" cy="1131544"/>
          </a:xfrm>
        </p:spPr>
        <p:txBody>
          <a:bodyPr anchor="b"/>
          <a:lstStyle>
            <a:lvl1pPr marL="0" indent="0">
              <a:buNone/>
              <a:defRPr sz="3296" b="1"/>
            </a:lvl1pPr>
            <a:lvl2pPr marL="627918" indent="0">
              <a:buNone/>
              <a:defRPr sz="2747" b="1"/>
            </a:lvl2pPr>
            <a:lvl3pPr marL="1255837" indent="0">
              <a:buNone/>
              <a:defRPr sz="2472" b="1"/>
            </a:lvl3pPr>
            <a:lvl4pPr marL="1883755" indent="0">
              <a:buNone/>
              <a:defRPr sz="2197" b="1"/>
            </a:lvl4pPr>
            <a:lvl5pPr marL="2511674" indent="0">
              <a:buNone/>
              <a:defRPr sz="2197" b="1"/>
            </a:lvl5pPr>
            <a:lvl6pPr marL="3139592" indent="0">
              <a:buNone/>
              <a:defRPr sz="2197" b="1"/>
            </a:lvl6pPr>
            <a:lvl7pPr marL="3767511" indent="0">
              <a:buNone/>
              <a:defRPr sz="2197" b="1"/>
            </a:lvl7pPr>
            <a:lvl8pPr marL="4395429" indent="0">
              <a:buNone/>
              <a:defRPr sz="2197" b="1"/>
            </a:lvl8pPr>
            <a:lvl9pPr marL="5023348" indent="0">
              <a:buNone/>
              <a:defRPr sz="2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597" y="3440419"/>
            <a:ext cx="6034879" cy="506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21796" y="2308875"/>
            <a:ext cx="6064600" cy="1131544"/>
          </a:xfrm>
        </p:spPr>
        <p:txBody>
          <a:bodyPr anchor="b"/>
          <a:lstStyle>
            <a:lvl1pPr marL="0" indent="0">
              <a:buNone/>
              <a:defRPr sz="3296" b="1"/>
            </a:lvl1pPr>
            <a:lvl2pPr marL="627918" indent="0">
              <a:buNone/>
              <a:defRPr sz="2747" b="1"/>
            </a:lvl2pPr>
            <a:lvl3pPr marL="1255837" indent="0">
              <a:buNone/>
              <a:defRPr sz="2472" b="1"/>
            </a:lvl3pPr>
            <a:lvl4pPr marL="1883755" indent="0">
              <a:buNone/>
              <a:defRPr sz="2197" b="1"/>
            </a:lvl4pPr>
            <a:lvl5pPr marL="2511674" indent="0">
              <a:buNone/>
              <a:defRPr sz="2197" b="1"/>
            </a:lvl5pPr>
            <a:lvl6pPr marL="3139592" indent="0">
              <a:buNone/>
              <a:defRPr sz="2197" b="1"/>
            </a:lvl6pPr>
            <a:lvl7pPr marL="3767511" indent="0">
              <a:buNone/>
              <a:defRPr sz="2197" b="1"/>
            </a:lvl7pPr>
            <a:lvl8pPr marL="4395429" indent="0">
              <a:buNone/>
              <a:defRPr sz="2197" b="1"/>
            </a:lvl8pPr>
            <a:lvl9pPr marL="5023348" indent="0">
              <a:buNone/>
              <a:defRPr sz="2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21796" y="3440419"/>
            <a:ext cx="6064600" cy="506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2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5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627909"/>
            <a:ext cx="4600922" cy="2197682"/>
          </a:xfrm>
        </p:spPr>
        <p:txBody>
          <a:bodyPr anchor="b"/>
          <a:lstStyle>
            <a:lvl1pPr>
              <a:defRPr sz="43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600" y="1356111"/>
            <a:ext cx="7221795" cy="6693338"/>
          </a:xfrm>
        </p:spPr>
        <p:txBody>
          <a:bodyPr/>
          <a:lstStyle>
            <a:lvl1pPr>
              <a:defRPr sz="4395"/>
            </a:lvl1pPr>
            <a:lvl2pPr>
              <a:defRPr sz="3846"/>
            </a:lvl2pPr>
            <a:lvl3pPr>
              <a:defRPr sz="3296"/>
            </a:lvl3pPr>
            <a:lvl4pPr>
              <a:defRPr sz="2747"/>
            </a:lvl4pPr>
            <a:lvl5pPr>
              <a:defRPr sz="2747"/>
            </a:lvl5pPr>
            <a:lvl6pPr>
              <a:defRPr sz="2747"/>
            </a:lvl6pPr>
            <a:lvl7pPr>
              <a:defRPr sz="2747"/>
            </a:lvl7pPr>
            <a:lvl8pPr>
              <a:defRPr sz="2747"/>
            </a:lvl8pPr>
            <a:lvl9pPr>
              <a:defRPr sz="27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596" y="2825591"/>
            <a:ext cx="4600922" cy="5234758"/>
          </a:xfrm>
        </p:spPr>
        <p:txBody>
          <a:bodyPr/>
          <a:lstStyle>
            <a:lvl1pPr marL="0" indent="0">
              <a:buNone/>
              <a:defRPr sz="2197"/>
            </a:lvl1pPr>
            <a:lvl2pPr marL="627918" indent="0">
              <a:buNone/>
              <a:defRPr sz="1923"/>
            </a:lvl2pPr>
            <a:lvl3pPr marL="1255837" indent="0">
              <a:buNone/>
              <a:defRPr sz="1648"/>
            </a:lvl3pPr>
            <a:lvl4pPr marL="1883755" indent="0">
              <a:buNone/>
              <a:defRPr sz="1373"/>
            </a:lvl4pPr>
            <a:lvl5pPr marL="2511674" indent="0">
              <a:buNone/>
              <a:defRPr sz="1373"/>
            </a:lvl5pPr>
            <a:lvl6pPr marL="3139592" indent="0">
              <a:buNone/>
              <a:defRPr sz="1373"/>
            </a:lvl6pPr>
            <a:lvl7pPr marL="3767511" indent="0">
              <a:buNone/>
              <a:defRPr sz="1373"/>
            </a:lvl7pPr>
            <a:lvl8pPr marL="4395429" indent="0">
              <a:buNone/>
              <a:defRPr sz="1373"/>
            </a:lvl8pPr>
            <a:lvl9pPr marL="5023348" indent="0">
              <a:buNone/>
              <a:defRPr sz="1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627909"/>
            <a:ext cx="4600922" cy="2197682"/>
          </a:xfrm>
        </p:spPr>
        <p:txBody>
          <a:bodyPr anchor="b"/>
          <a:lstStyle>
            <a:lvl1pPr>
              <a:defRPr sz="43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4600" y="1356111"/>
            <a:ext cx="7221795" cy="6693338"/>
          </a:xfrm>
        </p:spPr>
        <p:txBody>
          <a:bodyPr anchor="t"/>
          <a:lstStyle>
            <a:lvl1pPr marL="0" indent="0">
              <a:buNone/>
              <a:defRPr sz="4395"/>
            </a:lvl1pPr>
            <a:lvl2pPr marL="627918" indent="0">
              <a:buNone/>
              <a:defRPr sz="3846"/>
            </a:lvl2pPr>
            <a:lvl3pPr marL="1255837" indent="0">
              <a:buNone/>
              <a:defRPr sz="3296"/>
            </a:lvl3pPr>
            <a:lvl4pPr marL="1883755" indent="0">
              <a:buNone/>
              <a:defRPr sz="2747"/>
            </a:lvl4pPr>
            <a:lvl5pPr marL="2511674" indent="0">
              <a:buNone/>
              <a:defRPr sz="2747"/>
            </a:lvl5pPr>
            <a:lvl6pPr marL="3139592" indent="0">
              <a:buNone/>
              <a:defRPr sz="2747"/>
            </a:lvl6pPr>
            <a:lvl7pPr marL="3767511" indent="0">
              <a:buNone/>
              <a:defRPr sz="2747"/>
            </a:lvl7pPr>
            <a:lvl8pPr marL="4395429" indent="0">
              <a:buNone/>
              <a:defRPr sz="2747"/>
            </a:lvl8pPr>
            <a:lvl9pPr marL="5023348" indent="0">
              <a:buNone/>
              <a:defRPr sz="27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596" y="2825591"/>
            <a:ext cx="4600922" cy="5234758"/>
          </a:xfrm>
        </p:spPr>
        <p:txBody>
          <a:bodyPr/>
          <a:lstStyle>
            <a:lvl1pPr marL="0" indent="0">
              <a:buNone/>
              <a:defRPr sz="2197"/>
            </a:lvl1pPr>
            <a:lvl2pPr marL="627918" indent="0">
              <a:buNone/>
              <a:defRPr sz="1923"/>
            </a:lvl2pPr>
            <a:lvl3pPr marL="1255837" indent="0">
              <a:buNone/>
              <a:defRPr sz="1648"/>
            </a:lvl3pPr>
            <a:lvl4pPr marL="1883755" indent="0">
              <a:buNone/>
              <a:defRPr sz="1373"/>
            </a:lvl4pPr>
            <a:lvl5pPr marL="2511674" indent="0">
              <a:buNone/>
              <a:defRPr sz="1373"/>
            </a:lvl5pPr>
            <a:lvl6pPr marL="3139592" indent="0">
              <a:buNone/>
              <a:defRPr sz="1373"/>
            </a:lvl6pPr>
            <a:lvl7pPr marL="3767511" indent="0">
              <a:buNone/>
              <a:defRPr sz="1373"/>
            </a:lvl7pPr>
            <a:lvl8pPr marL="4395429" indent="0">
              <a:buNone/>
              <a:defRPr sz="1373"/>
            </a:lvl8pPr>
            <a:lvl9pPr marL="5023348" indent="0">
              <a:buNone/>
              <a:defRPr sz="1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8588" y="501455"/>
            <a:ext cx="3075950" cy="79818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0738" y="501455"/>
            <a:ext cx="9049534" cy="7981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7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0738" y="501457"/>
            <a:ext cx="12303800" cy="1820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738" y="2507276"/>
            <a:ext cx="12303800" cy="5976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0738" y="8729684"/>
            <a:ext cx="3209687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EEF29-65E2-4860-8EEC-91BEA05EDC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5373" y="8729684"/>
            <a:ext cx="4814530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4850" y="8729684"/>
            <a:ext cx="3209687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55837" rtl="0" eaLnBrk="1" latinLnBrk="0" hangingPunct="1">
        <a:lnSpc>
          <a:spcPct val="90000"/>
        </a:lnSpc>
        <a:spcBef>
          <a:spcPct val="0"/>
        </a:spcBef>
        <a:buNone/>
        <a:defRPr sz="60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3959" indent="-313959" algn="l" defTabSz="1255837" rtl="0" eaLnBrk="1" latinLnBrk="0" hangingPunct="1">
        <a:lnSpc>
          <a:spcPct val="90000"/>
        </a:lnSpc>
        <a:spcBef>
          <a:spcPts val="1373"/>
        </a:spcBef>
        <a:buFont typeface="Arial" panose="020B0604020202020204" pitchFamily="34" charset="0"/>
        <a:buChar char="•"/>
        <a:defRPr sz="3846" kern="1200">
          <a:solidFill>
            <a:schemeClr val="tx1"/>
          </a:solidFill>
          <a:latin typeface="+mn-lt"/>
          <a:ea typeface="+mn-ea"/>
          <a:cs typeface="+mn-cs"/>
        </a:defRPr>
      </a:lvl1pPr>
      <a:lvl2pPr marL="941878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3296" kern="1200">
          <a:solidFill>
            <a:schemeClr val="tx1"/>
          </a:solidFill>
          <a:latin typeface="+mn-lt"/>
          <a:ea typeface="+mn-ea"/>
          <a:cs typeface="+mn-cs"/>
        </a:defRPr>
      </a:lvl2pPr>
      <a:lvl3pPr marL="1569796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197715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4pPr>
      <a:lvl5pPr marL="2825633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5pPr>
      <a:lvl6pPr marL="3453552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6pPr>
      <a:lvl7pPr marL="4081470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7pPr>
      <a:lvl8pPr marL="4709389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8pPr>
      <a:lvl9pPr marL="5337307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1pPr>
      <a:lvl2pPr marL="627918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2pPr>
      <a:lvl3pPr marL="1255837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3pPr>
      <a:lvl4pPr marL="1883755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4pPr>
      <a:lvl5pPr marL="2511674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5pPr>
      <a:lvl6pPr marL="3139592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6pPr>
      <a:lvl7pPr marL="3767511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7pPr>
      <a:lvl8pPr marL="4395429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8pPr>
      <a:lvl9pPr marL="5023348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56621-16D1-DAB8-C33A-ACA1DC04BD6C}"/>
              </a:ext>
            </a:extLst>
          </p:cNvPr>
          <p:cNvSpPr/>
          <p:nvPr/>
        </p:nvSpPr>
        <p:spPr>
          <a:xfrm>
            <a:off x="10252681" y="1665343"/>
            <a:ext cx="258949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Arduino PID</a:t>
            </a: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TargetTicksPerFrame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2B9C2-EEA9-3976-F3B4-5EA684CE1A87}"/>
              </a:ext>
            </a:extLst>
          </p:cNvPr>
          <p:cNvSpPr/>
          <p:nvPr/>
        </p:nvSpPr>
        <p:spPr>
          <a:xfrm>
            <a:off x="4622325" y="1665343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÷ </a:t>
            </a:r>
            <a:r>
              <a:rPr lang="es-ES" sz="1600" b="1" dirty="0" err="1">
                <a:solidFill>
                  <a:srgbClr val="BC8F00"/>
                </a:solidFill>
              </a:rPr>
              <a:t>rads_per_count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÷ 0.003173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143A8D-047A-0053-59BD-DFB4FA41064F}"/>
              </a:ext>
            </a:extLst>
          </p:cNvPr>
          <p:cNvSpPr/>
          <p:nvPr/>
        </p:nvSpPr>
        <p:spPr>
          <a:xfrm>
            <a:off x="1202541" y="1665344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diff_drive_controller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cmd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vel. angular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8045EA-0857-5BF4-BA26-7128BECB7F28}"/>
              </a:ext>
            </a:extLst>
          </p:cNvPr>
          <p:cNvSpPr/>
          <p:nvPr/>
        </p:nvSpPr>
        <p:spPr>
          <a:xfrm>
            <a:off x="7437503" y="1665343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÷ </a:t>
            </a:r>
            <a:r>
              <a:rPr lang="es-ES" sz="1600" b="1" dirty="0" err="1">
                <a:solidFill>
                  <a:srgbClr val="BC8F00"/>
                </a:solidFill>
              </a:rPr>
              <a:t>loop_rate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÷ 30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7A5B24-90A3-8FA8-4A36-FF41F92F5423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3930993" y="2014389"/>
            <a:ext cx="691332" cy="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FCC3D3-21BE-FBF4-48D1-A913BEC4EE35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746171" y="2014386"/>
            <a:ext cx="69133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D846FD-FA3E-226D-DBE1-54C3558148B3}"/>
              </a:ext>
            </a:extLst>
          </p:cNvPr>
          <p:cNvCxnSpPr>
            <a:stCxn id="9" idx="3"/>
            <a:endCxn id="6" idx="1"/>
          </p:cNvCxnSpPr>
          <p:nvPr/>
        </p:nvCxnSpPr>
        <p:spPr>
          <a:xfrm>
            <a:off x="9561349" y="2014386"/>
            <a:ext cx="69133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B83E72-3909-73EE-F516-4ABD0DD78950}"/>
              </a:ext>
            </a:extLst>
          </p:cNvPr>
          <p:cNvSpPr/>
          <p:nvPr/>
        </p:nvSpPr>
        <p:spPr>
          <a:xfrm>
            <a:off x="2119534" y="2478114"/>
            <a:ext cx="894466" cy="413263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rad/s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71C3A-8F10-4472-5411-703628D9B8D2}"/>
              </a:ext>
            </a:extLst>
          </p:cNvPr>
          <p:cNvSpPr/>
          <p:nvPr/>
        </p:nvSpPr>
        <p:spPr>
          <a:xfrm>
            <a:off x="5123897" y="2478114"/>
            <a:ext cx="1120707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BC8F00"/>
                </a:solidFill>
              </a:rPr>
              <a:t>ticks</a:t>
            </a:r>
            <a:r>
              <a:rPr lang="es-ES" sz="1600" b="1" dirty="0">
                <a:solidFill>
                  <a:srgbClr val="BC8F00"/>
                </a:solidFill>
              </a:rPr>
              <a:t>/s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090D83-1A8A-9BBF-A677-775438DDACEB}"/>
              </a:ext>
            </a:extLst>
          </p:cNvPr>
          <p:cNvSpPr/>
          <p:nvPr/>
        </p:nvSpPr>
        <p:spPr>
          <a:xfrm>
            <a:off x="7745499" y="2478113"/>
            <a:ext cx="1507859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BC8F00"/>
                </a:solidFill>
              </a:rPr>
              <a:t>ticks</a:t>
            </a:r>
            <a:r>
              <a:rPr lang="es-ES" sz="1600" b="1" dirty="0">
                <a:solidFill>
                  <a:srgbClr val="BC8F00"/>
                </a:solidFill>
              </a:rPr>
              <a:t>/</a:t>
            </a:r>
            <a:r>
              <a:rPr lang="es-ES" sz="1600" b="1" dirty="0" err="1">
                <a:solidFill>
                  <a:srgbClr val="BC8F00"/>
                </a:solidFill>
              </a:rPr>
              <a:t>frame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EB9B21-366A-9BB9-F04D-2CF1414F62FF}"/>
              </a:ext>
            </a:extLst>
          </p:cNvPr>
          <p:cNvSpPr/>
          <p:nvPr/>
        </p:nvSpPr>
        <p:spPr>
          <a:xfrm>
            <a:off x="10793499" y="2478113"/>
            <a:ext cx="1507859" cy="413263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ticks</a:t>
            </a:r>
            <a:r>
              <a:rPr lang="es-ES" sz="1600" b="1" dirty="0">
                <a:solidFill>
                  <a:srgbClr val="FF0000"/>
                </a:solidFill>
              </a:rPr>
              <a:t>/</a:t>
            </a:r>
            <a:r>
              <a:rPr lang="es-ES" sz="1600" b="1" dirty="0" err="1">
                <a:solidFill>
                  <a:srgbClr val="FF0000"/>
                </a:solidFill>
              </a:rPr>
              <a:t>frame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A49C4-4BB3-8108-B441-E7BB8C715941}"/>
              </a:ext>
            </a:extLst>
          </p:cNvPr>
          <p:cNvSpPr txBox="1"/>
          <p:nvPr/>
        </p:nvSpPr>
        <p:spPr>
          <a:xfrm>
            <a:off x="4471184" y="408652"/>
            <a:ext cx="524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ESCRITURA (write): ros2_control -&gt; Arduino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98080F-6375-0897-6163-9D84D89F9D51}"/>
              </a:ext>
            </a:extLst>
          </p:cNvPr>
          <p:cNvSpPr/>
          <p:nvPr/>
        </p:nvSpPr>
        <p:spPr>
          <a:xfrm>
            <a:off x="4423889" y="3581629"/>
            <a:ext cx="5335896" cy="934256"/>
          </a:xfrm>
          <a:prstGeom prst="roundRect">
            <a:avLst/>
          </a:prstGeom>
          <a:solidFill>
            <a:srgbClr val="F2CFEE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7030A0"/>
                </a:solidFill>
              </a:rPr>
              <a:t>Constante compartida</a:t>
            </a:r>
          </a:p>
          <a:p>
            <a:pPr algn="ctr"/>
            <a:r>
              <a:rPr lang="es-ES" sz="1400" dirty="0" err="1">
                <a:solidFill>
                  <a:srgbClr val="7030A0"/>
                </a:solidFill>
              </a:rPr>
              <a:t>Rads_per_count</a:t>
            </a:r>
            <a:r>
              <a:rPr lang="es-ES" sz="1400" dirty="0">
                <a:solidFill>
                  <a:srgbClr val="7030A0"/>
                </a:solidFill>
              </a:rPr>
              <a:t> = 2π / 1980 = 0.003173 rad/</a:t>
            </a:r>
            <a:r>
              <a:rPr lang="es-ES" sz="1400" dirty="0" err="1">
                <a:solidFill>
                  <a:srgbClr val="7030A0"/>
                </a:solidFill>
              </a:rPr>
              <a:t>ticks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9DDBBE-B2D8-6F69-367C-D15057630BF1}"/>
              </a:ext>
            </a:extLst>
          </p:cNvPr>
          <p:cNvSpPr/>
          <p:nvPr/>
        </p:nvSpPr>
        <p:spPr>
          <a:xfrm>
            <a:off x="824789" y="6337126"/>
            <a:ext cx="258949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Arduino </a:t>
            </a:r>
            <a:r>
              <a:rPr lang="es-ES" sz="1600" b="1" dirty="0" err="1">
                <a:solidFill>
                  <a:srgbClr val="FF0000"/>
                </a:solidFill>
              </a:rPr>
              <a:t>encoders</a:t>
            </a:r>
            <a:endParaRPr lang="es-ES" sz="1600" b="1" dirty="0">
              <a:solidFill>
                <a:srgbClr val="FF0000"/>
              </a:solidFill>
            </a:endParaRP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readEncoder</a:t>
            </a:r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C72DD4-194B-1128-95EC-AEA469FBE6D0}"/>
              </a:ext>
            </a:extLst>
          </p:cNvPr>
          <p:cNvSpPr/>
          <p:nvPr/>
        </p:nvSpPr>
        <p:spPr>
          <a:xfrm>
            <a:off x="1365607" y="7149896"/>
            <a:ext cx="1507859" cy="413263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ticks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94EFE7-BB68-59FF-5193-F0BA8EAA5818}"/>
              </a:ext>
            </a:extLst>
          </p:cNvPr>
          <p:cNvSpPr/>
          <p:nvPr/>
        </p:nvSpPr>
        <p:spPr>
          <a:xfrm>
            <a:off x="4622325" y="6344501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× </a:t>
            </a:r>
            <a:r>
              <a:rPr lang="es-ES" sz="1600" b="1" dirty="0" err="1">
                <a:solidFill>
                  <a:srgbClr val="BC8F00"/>
                </a:solidFill>
              </a:rPr>
              <a:t>rads_per_count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calcEnAngle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7B816E-6F43-CD16-4EDE-14CA42FD0A36}"/>
              </a:ext>
            </a:extLst>
          </p:cNvPr>
          <p:cNvSpPr/>
          <p:nvPr/>
        </p:nvSpPr>
        <p:spPr>
          <a:xfrm>
            <a:off x="7691503" y="8020977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b="1" dirty="0">
                <a:solidFill>
                  <a:srgbClr val="BC8F00"/>
                </a:solidFill>
              </a:rPr>
              <a:t>Δ</a:t>
            </a:r>
            <a:r>
              <a:rPr lang="es-ES" sz="1600" b="1" dirty="0" err="1">
                <a:solidFill>
                  <a:srgbClr val="BC8F00"/>
                </a:solidFill>
              </a:rPr>
              <a:t>pos</a:t>
            </a:r>
            <a:r>
              <a:rPr lang="es-ES" sz="1600" b="1" dirty="0">
                <a:solidFill>
                  <a:srgbClr val="BC8F00"/>
                </a:solidFill>
              </a:rPr>
              <a:t> / </a:t>
            </a:r>
            <a:r>
              <a:rPr lang="el-GR" sz="1600" b="1" dirty="0">
                <a:solidFill>
                  <a:srgbClr val="BC8F00"/>
                </a:solidFill>
              </a:rPr>
              <a:t>Δ</a:t>
            </a:r>
            <a:r>
              <a:rPr lang="es-ES" sz="1600" b="1" dirty="0">
                <a:solidFill>
                  <a:srgbClr val="BC8F00"/>
                </a:solidFill>
              </a:rPr>
              <a:t>t</a:t>
            </a:r>
          </a:p>
          <a:p>
            <a:pPr algn="ctr"/>
            <a:r>
              <a:rPr lang="en-US" sz="12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Diferencia</a:t>
            </a:r>
            <a:r>
              <a:rPr 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temporal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7AA98D4-E882-340E-255A-36CEFF7B3DB1}"/>
              </a:ext>
            </a:extLst>
          </p:cNvPr>
          <p:cNvSpPr/>
          <p:nvPr/>
        </p:nvSpPr>
        <p:spPr>
          <a:xfrm>
            <a:off x="5123897" y="7157272"/>
            <a:ext cx="1120707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rad (</a:t>
            </a:r>
            <a:r>
              <a:rPr lang="es-ES" sz="1600" b="1" dirty="0" err="1">
                <a:solidFill>
                  <a:srgbClr val="BC8F00"/>
                </a:solidFill>
              </a:rPr>
              <a:t>pos</a:t>
            </a:r>
            <a:r>
              <a:rPr lang="es-ES" sz="1600" b="1" dirty="0">
                <a:solidFill>
                  <a:srgbClr val="BC8F00"/>
                </a:solidFill>
              </a:rPr>
              <a:t>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107627-D145-3AF6-A01C-AC211AD40925}"/>
              </a:ext>
            </a:extLst>
          </p:cNvPr>
          <p:cNvSpPr/>
          <p:nvPr/>
        </p:nvSpPr>
        <p:spPr>
          <a:xfrm>
            <a:off x="7999499" y="8833747"/>
            <a:ext cx="1507859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rad/s (</a:t>
            </a:r>
            <a:r>
              <a:rPr lang="es-ES" sz="1600" b="1" dirty="0" err="1">
                <a:solidFill>
                  <a:srgbClr val="BC8F00"/>
                </a:solidFill>
              </a:rPr>
              <a:t>vel</a:t>
            </a:r>
            <a:r>
              <a:rPr lang="es-ES" sz="1600" b="1" dirty="0">
                <a:solidFill>
                  <a:srgbClr val="BC8F00"/>
                </a:solidFill>
              </a:rPr>
              <a:t>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3C6B1FD-5617-4716-34E4-50F10EFBF89A}"/>
              </a:ext>
            </a:extLst>
          </p:cNvPr>
          <p:cNvSpPr/>
          <p:nvPr/>
        </p:nvSpPr>
        <p:spPr>
          <a:xfrm>
            <a:off x="10793498" y="6344501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diff_drive_controller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State_interfaces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14C8F9-4C54-843B-79C9-35F5C5C0D333}"/>
              </a:ext>
            </a:extLst>
          </p:cNvPr>
          <p:cNvSpPr/>
          <p:nvPr/>
        </p:nvSpPr>
        <p:spPr>
          <a:xfrm>
            <a:off x="11467402" y="7120505"/>
            <a:ext cx="1380644" cy="413263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rad, rad/s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F598F2-F587-C7F2-5827-B5BA830C7C3B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3414279" y="6686172"/>
            <a:ext cx="1208046" cy="7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C9C95E-B02C-F1CB-714F-AE1B765504C5}"/>
              </a:ext>
            </a:extLst>
          </p:cNvPr>
          <p:cNvCxnSpPr>
            <a:stCxn id="25" idx="3"/>
            <a:endCxn id="32" idx="1"/>
          </p:cNvCxnSpPr>
          <p:nvPr/>
        </p:nvCxnSpPr>
        <p:spPr>
          <a:xfrm>
            <a:off x="6746172" y="6693546"/>
            <a:ext cx="4047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08549E1-83F7-947D-4776-DAFDA1816F6E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6746171" y="6693546"/>
            <a:ext cx="945332" cy="16764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9CE52F1-17D8-ED22-9F06-182D9A24CB85}"/>
              </a:ext>
            </a:extLst>
          </p:cNvPr>
          <p:cNvCxnSpPr>
            <a:stCxn id="26" idx="3"/>
            <a:endCxn id="32" idx="1"/>
          </p:cNvCxnSpPr>
          <p:nvPr/>
        </p:nvCxnSpPr>
        <p:spPr>
          <a:xfrm flipV="1">
            <a:off x="9815350" y="6693546"/>
            <a:ext cx="978149" cy="16764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1C2D49B-3D42-0C82-DCD4-2E8CAA59C200}"/>
              </a:ext>
            </a:extLst>
          </p:cNvPr>
          <p:cNvSpPr txBox="1"/>
          <p:nvPr/>
        </p:nvSpPr>
        <p:spPr>
          <a:xfrm>
            <a:off x="4218241" y="916311"/>
            <a:ext cx="58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write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():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cmd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rads_per_count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loop_rate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EA4978-BC96-C63B-E1B9-FCB7ABE9B7FA}"/>
              </a:ext>
            </a:extLst>
          </p:cNvPr>
          <p:cNvSpPr txBox="1"/>
          <p:nvPr/>
        </p:nvSpPr>
        <p:spPr>
          <a:xfrm>
            <a:off x="4471184" y="4915627"/>
            <a:ext cx="524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LECTURA (read): Arduino -&gt; ros2_control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85A428-5977-0534-087D-63C72D3E8D87}"/>
              </a:ext>
            </a:extLst>
          </p:cNvPr>
          <p:cNvSpPr txBox="1"/>
          <p:nvPr/>
        </p:nvSpPr>
        <p:spPr>
          <a:xfrm>
            <a:off x="5277140" y="5399639"/>
            <a:ext cx="3629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():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pos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=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enc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×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rads_per_count</a:t>
            </a:r>
            <a:endParaRPr lang="es-E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vel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=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pos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893162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148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3</cp:revision>
  <dcterms:created xsi:type="dcterms:W3CDTF">2026-03-25T16:18:46Z</dcterms:created>
  <dcterms:modified xsi:type="dcterms:W3CDTF">2026-03-25T18:48:19Z</dcterms:modified>
</cp:coreProperties>
</file>