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8653125" cy="10607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7" autoAdjust="0"/>
    <p:restoredTop sz="94660"/>
  </p:normalViewPr>
  <p:slideViewPr>
    <p:cSldViewPr snapToGrid="0">
      <p:cViewPr varScale="1">
        <p:scale>
          <a:sx n="51" d="100"/>
          <a:sy n="51" d="100"/>
        </p:scale>
        <p:origin x="1315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1641" y="1736026"/>
            <a:ext cx="13989844" cy="3693042"/>
          </a:xfrm>
        </p:spPr>
        <p:txBody>
          <a:bodyPr anchor="b"/>
          <a:lstStyle>
            <a:lvl1pPr algn="ctr">
              <a:defRPr sz="91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1641" y="5571486"/>
            <a:ext cx="13989844" cy="2561065"/>
          </a:xfrm>
        </p:spPr>
        <p:txBody>
          <a:bodyPr/>
          <a:lstStyle>
            <a:lvl1pPr marL="0" indent="0" algn="ctr">
              <a:buNone/>
              <a:defRPr sz="3672"/>
            </a:lvl1pPr>
            <a:lvl2pPr marL="699470" indent="0" algn="ctr">
              <a:buNone/>
              <a:defRPr sz="3060"/>
            </a:lvl2pPr>
            <a:lvl3pPr marL="1398941" indent="0" algn="ctr">
              <a:buNone/>
              <a:defRPr sz="2754"/>
            </a:lvl3pPr>
            <a:lvl4pPr marL="2098411" indent="0" algn="ctr">
              <a:buNone/>
              <a:defRPr sz="2448"/>
            </a:lvl4pPr>
            <a:lvl5pPr marL="2797881" indent="0" algn="ctr">
              <a:buNone/>
              <a:defRPr sz="2448"/>
            </a:lvl5pPr>
            <a:lvl6pPr marL="3497351" indent="0" algn="ctr">
              <a:buNone/>
              <a:defRPr sz="2448"/>
            </a:lvl6pPr>
            <a:lvl7pPr marL="4196822" indent="0" algn="ctr">
              <a:buNone/>
              <a:defRPr sz="2448"/>
            </a:lvl7pPr>
            <a:lvl8pPr marL="4896292" indent="0" algn="ctr">
              <a:buNone/>
              <a:defRPr sz="2448"/>
            </a:lvl8pPr>
            <a:lvl9pPr marL="5595762" indent="0" algn="ctr">
              <a:buNone/>
              <a:defRPr sz="244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9B56-44B9-4973-B07B-B1BA0FDB176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8A13-F4A3-4259-8486-4B5265156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943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9B56-44B9-4973-B07B-B1BA0FDB176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8A13-F4A3-4259-8486-4B5265156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363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2687" y="2644554"/>
            <a:ext cx="16088320" cy="4412497"/>
          </a:xfrm>
        </p:spPr>
        <p:txBody>
          <a:bodyPr anchor="b"/>
          <a:lstStyle>
            <a:lvl1pPr>
              <a:defRPr sz="91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2687" y="7098795"/>
            <a:ext cx="16088320" cy="2320428"/>
          </a:xfrm>
        </p:spPr>
        <p:txBody>
          <a:bodyPr/>
          <a:lstStyle>
            <a:lvl1pPr marL="0" indent="0">
              <a:buNone/>
              <a:defRPr sz="3672">
                <a:solidFill>
                  <a:schemeClr val="tx1">
                    <a:tint val="82000"/>
                  </a:schemeClr>
                </a:solidFill>
              </a:defRPr>
            </a:lvl1pPr>
            <a:lvl2pPr marL="699470" indent="0">
              <a:buNone/>
              <a:defRPr sz="3060">
                <a:solidFill>
                  <a:schemeClr val="tx1">
                    <a:tint val="82000"/>
                  </a:schemeClr>
                </a:solidFill>
              </a:defRPr>
            </a:lvl2pPr>
            <a:lvl3pPr marL="1398941" indent="0">
              <a:buNone/>
              <a:defRPr sz="2754">
                <a:solidFill>
                  <a:schemeClr val="tx1">
                    <a:tint val="82000"/>
                  </a:schemeClr>
                </a:solidFill>
              </a:defRPr>
            </a:lvl3pPr>
            <a:lvl4pPr marL="2098411" indent="0">
              <a:buNone/>
              <a:defRPr sz="2448">
                <a:solidFill>
                  <a:schemeClr val="tx1">
                    <a:tint val="82000"/>
                  </a:schemeClr>
                </a:solidFill>
              </a:defRPr>
            </a:lvl4pPr>
            <a:lvl5pPr marL="2797881" indent="0">
              <a:buNone/>
              <a:defRPr sz="2448">
                <a:solidFill>
                  <a:schemeClr val="tx1">
                    <a:tint val="82000"/>
                  </a:schemeClr>
                </a:solidFill>
              </a:defRPr>
            </a:lvl5pPr>
            <a:lvl6pPr marL="3497351" indent="0">
              <a:buNone/>
              <a:defRPr sz="2448">
                <a:solidFill>
                  <a:schemeClr val="tx1">
                    <a:tint val="82000"/>
                  </a:schemeClr>
                </a:solidFill>
              </a:defRPr>
            </a:lvl6pPr>
            <a:lvl7pPr marL="4196822" indent="0">
              <a:buNone/>
              <a:defRPr sz="2448">
                <a:solidFill>
                  <a:schemeClr val="tx1">
                    <a:tint val="82000"/>
                  </a:schemeClr>
                </a:solidFill>
              </a:defRPr>
            </a:lvl7pPr>
            <a:lvl8pPr marL="4896292" indent="0">
              <a:buNone/>
              <a:defRPr sz="2448">
                <a:solidFill>
                  <a:schemeClr val="tx1">
                    <a:tint val="82000"/>
                  </a:schemeClr>
                </a:solidFill>
              </a:defRPr>
            </a:lvl8pPr>
            <a:lvl9pPr marL="5595762" indent="0">
              <a:buNone/>
              <a:defRPr sz="244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9B56-44B9-4973-B07B-B1BA0FDB176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8A13-F4A3-4259-8486-4B5265156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14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2402" y="2823803"/>
            <a:ext cx="7927578" cy="67304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3145" y="2823803"/>
            <a:ext cx="7927578" cy="67304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9B56-44B9-4973-B07B-B1BA0FDB176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8A13-F4A3-4259-8486-4B5265156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0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832" y="564761"/>
            <a:ext cx="16088320" cy="20503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4833" y="2600354"/>
            <a:ext cx="7891145" cy="1274394"/>
          </a:xfrm>
        </p:spPr>
        <p:txBody>
          <a:bodyPr anchor="b"/>
          <a:lstStyle>
            <a:lvl1pPr marL="0" indent="0">
              <a:buNone/>
              <a:defRPr sz="3672" b="1"/>
            </a:lvl1pPr>
            <a:lvl2pPr marL="699470" indent="0">
              <a:buNone/>
              <a:defRPr sz="3060" b="1"/>
            </a:lvl2pPr>
            <a:lvl3pPr marL="1398941" indent="0">
              <a:buNone/>
              <a:defRPr sz="2754" b="1"/>
            </a:lvl3pPr>
            <a:lvl4pPr marL="2098411" indent="0">
              <a:buNone/>
              <a:defRPr sz="2448" b="1"/>
            </a:lvl4pPr>
            <a:lvl5pPr marL="2797881" indent="0">
              <a:buNone/>
              <a:defRPr sz="2448" b="1"/>
            </a:lvl5pPr>
            <a:lvl6pPr marL="3497351" indent="0">
              <a:buNone/>
              <a:defRPr sz="2448" b="1"/>
            </a:lvl6pPr>
            <a:lvl7pPr marL="4196822" indent="0">
              <a:buNone/>
              <a:defRPr sz="2448" b="1"/>
            </a:lvl7pPr>
            <a:lvl8pPr marL="4896292" indent="0">
              <a:buNone/>
              <a:defRPr sz="2448" b="1"/>
            </a:lvl8pPr>
            <a:lvl9pPr marL="5595762" indent="0">
              <a:buNone/>
              <a:defRPr sz="24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4833" y="3874748"/>
            <a:ext cx="7891145" cy="56991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443144" y="2600354"/>
            <a:ext cx="7930008" cy="1274394"/>
          </a:xfrm>
        </p:spPr>
        <p:txBody>
          <a:bodyPr anchor="b"/>
          <a:lstStyle>
            <a:lvl1pPr marL="0" indent="0">
              <a:buNone/>
              <a:defRPr sz="3672" b="1"/>
            </a:lvl1pPr>
            <a:lvl2pPr marL="699470" indent="0">
              <a:buNone/>
              <a:defRPr sz="3060" b="1"/>
            </a:lvl2pPr>
            <a:lvl3pPr marL="1398941" indent="0">
              <a:buNone/>
              <a:defRPr sz="2754" b="1"/>
            </a:lvl3pPr>
            <a:lvl4pPr marL="2098411" indent="0">
              <a:buNone/>
              <a:defRPr sz="2448" b="1"/>
            </a:lvl4pPr>
            <a:lvl5pPr marL="2797881" indent="0">
              <a:buNone/>
              <a:defRPr sz="2448" b="1"/>
            </a:lvl5pPr>
            <a:lvl6pPr marL="3497351" indent="0">
              <a:buNone/>
              <a:defRPr sz="2448" b="1"/>
            </a:lvl6pPr>
            <a:lvl7pPr marL="4196822" indent="0">
              <a:buNone/>
              <a:defRPr sz="2448" b="1"/>
            </a:lvl7pPr>
            <a:lvl8pPr marL="4896292" indent="0">
              <a:buNone/>
              <a:defRPr sz="2448" b="1"/>
            </a:lvl8pPr>
            <a:lvl9pPr marL="5595762" indent="0">
              <a:buNone/>
              <a:defRPr sz="24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443144" y="3874748"/>
            <a:ext cx="7930008" cy="56991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9B56-44B9-4973-B07B-B1BA0FDB176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8A13-F4A3-4259-8486-4B5265156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75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9B56-44B9-4973-B07B-B1BA0FDB176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8A13-F4A3-4259-8486-4B5265156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01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9B56-44B9-4973-B07B-B1BA0FDB176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8A13-F4A3-4259-8486-4B5265156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879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833" y="707178"/>
            <a:ext cx="6016118" cy="2475124"/>
          </a:xfrm>
        </p:spPr>
        <p:txBody>
          <a:bodyPr anchor="b"/>
          <a:lstStyle>
            <a:lvl1pPr>
              <a:defRPr sz="48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0007" y="1527309"/>
            <a:ext cx="9443145" cy="7538325"/>
          </a:xfrm>
        </p:spPr>
        <p:txBody>
          <a:bodyPr/>
          <a:lstStyle>
            <a:lvl1pPr>
              <a:defRPr sz="4896"/>
            </a:lvl1pPr>
            <a:lvl2pPr>
              <a:defRPr sz="4284"/>
            </a:lvl2pPr>
            <a:lvl3pPr>
              <a:defRPr sz="3672"/>
            </a:lvl3pPr>
            <a:lvl4pPr>
              <a:defRPr sz="3060"/>
            </a:lvl4pPr>
            <a:lvl5pPr>
              <a:defRPr sz="3060"/>
            </a:lvl5pPr>
            <a:lvl6pPr>
              <a:defRPr sz="3060"/>
            </a:lvl6pPr>
            <a:lvl7pPr>
              <a:defRPr sz="3060"/>
            </a:lvl7pPr>
            <a:lvl8pPr>
              <a:defRPr sz="3060"/>
            </a:lvl8pPr>
            <a:lvl9pPr>
              <a:defRPr sz="30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4833" y="3182303"/>
            <a:ext cx="6016118" cy="5895609"/>
          </a:xfrm>
        </p:spPr>
        <p:txBody>
          <a:bodyPr/>
          <a:lstStyle>
            <a:lvl1pPr marL="0" indent="0">
              <a:buNone/>
              <a:defRPr sz="2448"/>
            </a:lvl1pPr>
            <a:lvl2pPr marL="699470" indent="0">
              <a:buNone/>
              <a:defRPr sz="2142"/>
            </a:lvl2pPr>
            <a:lvl3pPr marL="1398941" indent="0">
              <a:buNone/>
              <a:defRPr sz="1836"/>
            </a:lvl3pPr>
            <a:lvl4pPr marL="2098411" indent="0">
              <a:buNone/>
              <a:defRPr sz="1530"/>
            </a:lvl4pPr>
            <a:lvl5pPr marL="2797881" indent="0">
              <a:buNone/>
              <a:defRPr sz="1530"/>
            </a:lvl5pPr>
            <a:lvl6pPr marL="3497351" indent="0">
              <a:buNone/>
              <a:defRPr sz="1530"/>
            </a:lvl6pPr>
            <a:lvl7pPr marL="4196822" indent="0">
              <a:buNone/>
              <a:defRPr sz="1530"/>
            </a:lvl7pPr>
            <a:lvl8pPr marL="4896292" indent="0">
              <a:buNone/>
              <a:defRPr sz="1530"/>
            </a:lvl8pPr>
            <a:lvl9pPr marL="5595762" indent="0">
              <a:buNone/>
              <a:defRPr sz="15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9B56-44B9-4973-B07B-B1BA0FDB176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8A13-F4A3-4259-8486-4B5265156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52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833" y="707178"/>
            <a:ext cx="6016118" cy="2475124"/>
          </a:xfrm>
        </p:spPr>
        <p:txBody>
          <a:bodyPr anchor="b"/>
          <a:lstStyle>
            <a:lvl1pPr>
              <a:defRPr sz="48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930007" y="1527309"/>
            <a:ext cx="9443145" cy="7538325"/>
          </a:xfrm>
        </p:spPr>
        <p:txBody>
          <a:bodyPr anchor="t"/>
          <a:lstStyle>
            <a:lvl1pPr marL="0" indent="0">
              <a:buNone/>
              <a:defRPr sz="4896"/>
            </a:lvl1pPr>
            <a:lvl2pPr marL="699470" indent="0">
              <a:buNone/>
              <a:defRPr sz="4284"/>
            </a:lvl2pPr>
            <a:lvl3pPr marL="1398941" indent="0">
              <a:buNone/>
              <a:defRPr sz="3672"/>
            </a:lvl3pPr>
            <a:lvl4pPr marL="2098411" indent="0">
              <a:buNone/>
              <a:defRPr sz="3060"/>
            </a:lvl4pPr>
            <a:lvl5pPr marL="2797881" indent="0">
              <a:buNone/>
              <a:defRPr sz="3060"/>
            </a:lvl5pPr>
            <a:lvl6pPr marL="3497351" indent="0">
              <a:buNone/>
              <a:defRPr sz="3060"/>
            </a:lvl6pPr>
            <a:lvl7pPr marL="4196822" indent="0">
              <a:buNone/>
              <a:defRPr sz="3060"/>
            </a:lvl7pPr>
            <a:lvl8pPr marL="4896292" indent="0">
              <a:buNone/>
              <a:defRPr sz="3060"/>
            </a:lvl8pPr>
            <a:lvl9pPr marL="5595762" indent="0">
              <a:buNone/>
              <a:defRPr sz="30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4833" y="3182303"/>
            <a:ext cx="6016118" cy="5895609"/>
          </a:xfrm>
        </p:spPr>
        <p:txBody>
          <a:bodyPr/>
          <a:lstStyle>
            <a:lvl1pPr marL="0" indent="0">
              <a:buNone/>
              <a:defRPr sz="2448"/>
            </a:lvl1pPr>
            <a:lvl2pPr marL="699470" indent="0">
              <a:buNone/>
              <a:defRPr sz="2142"/>
            </a:lvl2pPr>
            <a:lvl3pPr marL="1398941" indent="0">
              <a:buNone/>
              <a:defRPr sz="1836"/>
            </a:lvl3pPr>
            <a:lvl4pPr marL="2098411" indent="0">
              <a:buNone/>
              <a:defRPr sz="1530"/>
            </a:lvl4pPr>
            <a:lvl5pPr marL="2797881" indent="0">
              <a:buNone/>
              <a:defRPr sz="1530"/>
            </a:lvl5pPr>
            <a:lvl6pPr marL="3497351" indent="0">
              <a:buNone/>
              <a:defRPr sz="1530"/>
            </a:lvl6pPr>
            <a:lvl7pPr marL="4196822" indent="0">
              <a:buNone/>
              <a:defRPr sz="1530"/>
            </a:lvl7pPr>
            <a:lvl8pPr marL="4896292" indent="0">
              <a:buNone/>
              <a:defRPr sz="1530"/>
            </a:lvl8pPr>
            <a:lvl9pPr marL="5595762" indent="0">
              <a:buNone/>
              <a:defRPr sz="15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9B56-44B9-4973-B07B-B1BA0FDB176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8A13-F4A3-4259-8486-4B5265156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592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9B56-44B9-4973-B07B-B1BA0FDB176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8A13-F4A3-4259-8486-4B5265156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37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348643" y="564761"/>
            <a:ext cx="4022080" cy="89895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82402" y="564761"/>
            <a:ext cx="11833076" cy="89895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9B56-44B9-4973-B07B-B1BA0FDB176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8A13-F4A3-4259-8486-4B5265156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88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2403" y="564761"/>
            <a:ext cx="16088320" cy="2050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03" y="2823803"/>
            <a:ext cx="16088320" cy="6730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2402" y="9831744"/>
            <a:ext cx="4196953" cy="564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D9B56-44B9-4973-B07B-B1BA0FDB176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78848" y="9831744"/>
            <a:ext cx="6295430" cy="564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73770" y="9831744"/>
            <a:ext cx="4196953" cy="564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378A13-F4A3-4259-8486-4B5265156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6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98941" rtl="0" eaLnBrk="1" latinLnBrk="0" hangingPunct="1">
        <a:lnSpc>
          <a:spcPct val="90000"/>
        </a:lnSpc>
        <a:spcBef>
          <a:spcPct val="0"/>
        </a:spcBef>
        <a:buNone/>
        <a:defRPr sz="67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9735" indent="-349735" algn="l" defTabSz="1398941" rtl="0" eaLnBrk="1" latinLnBrk="0" hangingPunct="1">
        <a:lnSpc>
          <a:spcPct val="90000"/>
        </a:lnSpc>
        <a:spcBef>
          <a:spcPts val="1530"/>
        </a:spcBef>
        <a:buFont typeface="Arial" panose="020B0604020202020204" pitchFamily="34" charset="0"/>
        <a:buChar char="•"/>
        <a:defRPr sz="4284" kern="1200">
          <a:solidFill>
            <a:schemeClr val="tx1"/>
          </a:solidFill>
          <a:latin typeface="+mn-lt"/>
          <a:ea typeface="+mn-ea"/>
          <a:cs typeface="+mn-cs"/>
        </a:defRPr>
      </a:lvl1pPr>
      <a:lvl2pPr marL="1049205" indent="-349735" algn="l" defTabSz="1398941" rtl="0" eaLnBrk="1" latinLnBrk="0" hangingPunct="1">
        <a:lnSpc>
          <a:spcPct val="90000"/>
        </a:lnSpc>
        <a:spcBef>
          <a:spcPts val="765"/>
        </a:spcBef>
        <a:buFont typeface="Arial" panose="020B0604020202020204" pitchFamily="34" charset="0"/>
        <a:buChar char="•"/>
        <a:defRPr sz="3672" kern="1200">
          <a:solidFill>
            <a:schemeClr val="tx1"/>
          </a:solidFill>
          <a:latin typeface="+mn-lt"/>
          <a:ea typeface="+mn-ea"/>
          <a:cs typeface="+mn-cs"/>
        </a:defRPr>
      </a:lvl2pPr>
      <a:lvl3pPr marL="1748676" indent="-349735" algn="l" defTabSz="1398941" rtl="0" eaLnBrk="1" latinLnBrk="0" hangingPunct="1">
        <a:lnSpc>
          <a:spcPct val="90000"/>
        </a:lnSpc>
        <a:spcBef>
          <a:spcPts val="765"/>
        </a:spcBef>
        <a:buFont typeface="Arial" panose="020B0604020202020204" pitchFamily="34" charset="0"/>
        <a:buChar char="•"/>
        <a:defRPr sz="3060" kern="1200">
          <a:solidFill>
            <a:schemeClr val="tx1"/>
          </a:solidFill>
          <a:latin typeface="+mn-lt"/>
          <a:ea typeface="+mn-ea"/>
          <a:cs typeface="+mn-cs"/>
        </a:defRPr>
      </a:lvl3pPr>
      <a:lvl4pPr marL="2448146" indent="-349735" algn="l" defTabSz="1398941" rtl="0" eaLnBrk="1" latinLnBrk="0" hangingPunct="1">
        <a:lnSpc>
          <a:spcPct val="90000"/>
        </a:lnSpc>
        <a:spcBef>
          <a:spcPts val="765"/>
        </a:spcBef>
        <a:buFont typeface="Arial" panose="020B0604020202020204" pitchFamily="34" charset="0"/>
        <a:buChar char="•"/>
        <a:defRPr sz="2754" kern="1200">
          <a:solidFill>
            <a:schemeClr val="tx1"/>
          </a:solidFill>
          <a:latin typeface="+mn-lt"/>
          <a:ea typeface="+mn-ea"/>
          <a:cs typeface="+mn-cs"/>
        </a:defRPr>
      </a:lvl4pPr>
      <a:lvl5pPr marL="3147616" indent="-349735" algn="l" defTabSz="1398941" rtl="0" eaLnBrk="1" latinLnBrk="0" hangingPunct="1">
        <a:lnSpc>
          <a:spcPct val="90000"/>
        </a:lnSpc>
        <a:spcBef>
          <a:spcPts val="765"/>
        </a:spcBef>
        <a:buFont typeface="Arial" panose="020B0604020202020204" pitchFamily="34" charset="0"/>
        <a:buChar char="•"/>
        <a:defRPr sz="2754" kern="1200">
          <a:solidFill>
            <a:schemeClr val="tx1"/>
          </a:solidFill>
          <a:latin typeface="+mn-lt"/>
          <a:ea typeface="+mn-ea"/>
          <a:cs typeface="+mn-cs"/>
        </a:defRPr>
      </a:lvl5pPr>
      <a:lvl6pPr marL="3847087" indent="-349735" algn="l" defTabSz="1398941" rtl="0" eaLnBrk="1" latinLnBrk="0" hangingPunct="1">
        <a:lnSpc>
          <a:spcPct val="90000"/>
        </a:lnSpc>
        <a:spcBef>
          <a:spcPts val="765"/>
        </a:spcBef>
        <a:buFont typeface="Arial" panose="020B0604020202020204" pitchFamily="34" charset="0"/>
        <a:buChar char="•"/>
        <a:defRPr sz="2754" kern="1200">
          <a:solidFill>
            <a:schemeClr val="tx1"/>
          </a:solidFill>
          <a:latin typeface="+mn-lt"/>
          <a:ea typeface="+mn-ea"/>
          <a:cs typeface="+mn-cs"/>
        </a:defRPr>
      </a:lvl6pPr>
      <a:lvl7pPr marL="4546557" indent="-349735" algn="l" defTabSz="1398941" rtl="0" eaLnBrk="1" latinLnBrk="0" hangingPunct="1">
        <a:lnSpc>
          <a:spcPct val="90000"/>
        </a:lnSpc>
        <a:spcBef>
          <a:spcPts val="765"/>
        </a:spcBef>
        <a:buFont typeface="Arial" panose="020B0604020202020204" pitchFamily="34" charset="0"/>
        <a:buChar char="•"/>
        <a:defRPr sz="2754" kern="1200">
          <a:solidFill>
            <a:schemeClr val="tx1"/>
          </a:solidFill>
          <a:latin typeface="+mn-lt"/>
          <a:ea typeface="+mn-ea"/>
          <a:cs typeface="+mn-cs"/>
        </a:defRPr>
      </a:lvl7pPr>
      <a:lvl8pPr marL="5246027" indent="-349735" algn="l" defTabSz="1398941" rtl="0" eaLnBrk="1" latinLnBrk="0" hangingPunct="1">
        <a:lnSpc>
          <a:spcPct val="90000"/>
        </a:lnSpc>
        <a:spcBef>
          <a:spcPts val="765"/>
        </a:spcBef>
        <a:buFont typeface="Arial" panose="020B0604020202020204" pitchFamily="34" charset="0"/>
        <a:buChar char="•"/>
        <a:defRPr sz="2754" kern="1200">
          <a:solidFill>
            <a:schemeClr val="tx1"/>
          </a:solidFill>
          <a:latin typeface="+mn-lt"/>
          <a:ea typeface="+mn-ea"/>
          <a:cs typeface="+mn-cs"/>
        </a:defRPr>
      </a:lvl8pPr>
      <a:lvl9pPr marL="5945497" indent="-349735" algn="l" defTabSz="1398941" rtl="0" eaLnBrk="1" latinLnBrk="0" hangingPunct="1">
        <a:lnSpc>
          <a:spcPct val="90000"/>
        </a:lnSpc>
        <a:spcBef>
          <a:spcPts val="765"/>
        </a:spcBef>
        <a:buFont typeface="Arial" panose="020B0604020202020204" pitchFamily="34" charset="0"/>
        <a:buChar char="•"/>
        <a:defRPr sz="27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98941" rtl="0" eaLnBrk="1" latinLnBrk="0" hangingPunct="1">
        <a:defRPr sz="2754" kern="1200">
          <a:solidFill>
            <a:schemeClr val="tx1"/>
          </a:solidFill>
          <a:latin typeface="+mn-lt"/>
          <a:ea typeface="+mn-ea"/>
          <a:cs typeface="+mn-cs"/>
        </a:defRPr>
      </a:lvl1pPr>
      <a:lvl2pPr marL="699470" algn="l" defTabSz="1398941" rtl="0" eaLnBrk="1" latinLnBrk="0" hangingPunct="1">
        <a:defRPr sz="2754" kern="1200">
          <a:solidFill>
            <a:schemeClr val="tx1"/>
          </a:solidFill>
          <a:latin typeface="+mn-lt"/>
          <a:ea typeface="+mn-ea"/>
          <a:cs typeface="+mn-cs"/>
        </a:defRPr>
      </a:lvl2pPr>
      <a:lvl3pPr marL="1398941" algn="l" defTabSz="1398941" rtl="0" eaLnBrk="1" latinLnBrk="0" hangingPunct="1">
        <a:defRPr sz="2754" kern="1200">
          <a:solidFill>
            <a:schemeClr val="tx1"/>
          </a:solidFill>
          <a:latin typeface="+mn-lt"/>
          <a:ea typeface="+mn-ea"/>
          <a:cs typeface="+mn-cs"/>
        </a:defRPr>
      </a:lvl3pPr>
      <a:lvl4pPr marL="2098411" algn="l" defTabSz="1398941" rtl="0" eaLnBrk="1" latinLnBrk="0" hangingPunct="1">
        <a:defRPr sz="2754" kern="1200">
          <a:solidFill>
            <a:schemeClr val="tx1"/>
          </a:solidFill>
          <a:latin typeface="+mn-lt"/>
          <a:ea typeface="+mn-ea"/>
          <a:cs typeface="+mn-cs"/>
        </a:defRPr>
      </a:lvl4pPr>
      <a:lvl5pPr marL="2797881" algn="l" defTabSz="1398941" rtl="0" eaLnBrk="1" latinLnBrk="0" hangingPunct="1">
        <a:defRPr sz="2754" kern="1200">
          <a:solidFill>
            <a:schemeClr val="tx1"/>
          </a:solidFill>
          <a:latin typeface="+mn-lt"/>
          <a:ea typeface="+mn-ea"/>
          <a:cs typeface="+mn-cs"/>
        </a:defRPr>
      </a:lvl5pPr>
      <a:lvl6pPr marL="3497351" algn="l" defTabSz="1398941" rtl="0" eaLnBrk="1" latinLnBrk="0" hangingPunct="1">
        <a:defRPr sz="2754" kern="1200">
          <a:solidFill>
            <a:schemeClr val="tx1"/>
          </a:solidFill>
          <a:latin typeface="+mn-lt"/>
          <a:ea typeface="+mn-ea"/>
          <a:cs typeface="+mn-cs"/>
        </a:defRPr>
      </a:lvl6pPr>
      <a:lvl7pPr marL="4196822" algn="l" defTabSz="1398941" rtl="0" eaLnBrk="1" latinLnBrk="0" hangingPunct="1">
        <a:defRPr sz="2754" kern="1200">
          <a:solidFill>
            <a:schemeClr val="tx1"/>
          </a:solidFill>
          <a:latin typeface="+mn-lt"/>
          <a:ea typeface="+mn-ea"/>
          <a:cs typeface="+mn-cs"/>
        </a:defRPr>
      </a:lvl7pPr>
      <a:lvl8pPr marL="4896292" algn="l" defTabSz="1398941" rtl="0" eaLnBrk="1" latinLnBrk="0" hangingPunct="1">
        <a:defRPr sz="2754" kern="1200">
          <a:solidFill>
            <a:schemeClr val="tx1"/>
          </a:solidFill>
          <a:latin typeface="+mn-lt"/>
          <a:ea typeface="+mn-ea"/>
          <a:cs typeface="+mn-cs"/>
        </a:defRPr>
      </a:lvl8pPr>
      <a:lvl9pPr marL="5595762" algn="l" defTabSz="1398941" rtl="0" eaLnBrk="1" latinLnBrk="0" hangingPunct="1">
        <a:defRPr sz="27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12CFA450-B617-B8C4-CE40-9008987CF37D}"/>
              </a:ext>
            </a:extLst>
          </p:cNvPr>
          <p:cNvSpPr txBox="1"/>
          <p:nvPr/>
        </p:nvSpPr>
        <p:spPr>
          <a:xfrm>
            <a:off x="1710899" y="99535"/>
            <a:ext cx="45110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Hardware real</a:t>
            </a:r>
          </a:p>
          <a:p>
            <a:pPr algn="ctr"/>
            <a:r>
              <a:rPr lang="es-ES" sz="1600" i="1" dirty="0"/>
              <a:t>launch_robot.launch.py</a:t>
            </a:r>
            <a:endParaRPr lang="en-US" i="1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EF65CE7-8F14-A7B4-A241-EFCD52974909}"/>
              </a:ext>
            </a:extLst>
          </p:cNvPr>
          <p:cNvSpPr/>
          <p:nvPr/>
        </p:nvSpPr>
        <p:spPr>
          <a:xfrm>
            <a:off x="2037147" y="1220648"/>
            <a:ext cx="1513881" cy="697996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>
                <a:solidFill>
                  <a:schemeClr val="accent3">
                    <a:lumMod val="50000"/>
                  </a:schemeClr>
                </a:solidFill>
              </a:rPr>
              <a:t>rsp</a:t>
            </a: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7049D15-43E4-BC35-89B7-892DA86C9AAB}"/>
              </a:ext>
            </a:extLst>
          </p:cNvPr>
          <p:cNvSpPr/>
          <p:nvPr/>
        </p:nvSpPr>
        <p:spPr>
          <a:xfrm>
            <a:off x="2128435" y="3104051"/>
            <a:ext cx="3891537" cy="69494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>
                <a:solidFill>
                  <a:schemeClr val="tx1"/>
                </a:solidFill>
              </a:rPr>
              <a:t>TimerAction</a:t>
            </a:r>
            <a:r>
              <a:rPr lang="es-ES" sz="2000" b="1" dirty="0">
                <a:solidFill>
                  <a:schemeClr val="tx1"/>
                </a:solidFill>
              </a:rPr>
              <a:t> (3.0 s)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732D10F-AA6A-7E59-ED68-C105880D597B}"/>
              </a:ext>
            </a:extLst>
          </p:cNvPr>
          <p:cNvSpPr/>
          <p:nvPr/>
        </p:nvSpPr>
        <p:spPr>
          <a:xfrm>
            <a:off x="2623446" y="4458932"/>
            <a:ext cx="2903032" cy="694944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>
                <a:solidFill>
                  <a:srgbClr val="FF0000"/>
                </a:solidFill>
              </a:rPr>
              <a:t>ros2_control_node</a:t>
            </a:r>
            <a:endParaRPr lang="en-US" sz="2068" b="1" dirty="0">
              <a:solidFill>
                <a:srgbClr val="FF0000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DA43FEC-DCD9-8B87-2FD6-53DEF1480F7F}"/>
              </a:ext>
            </a:extLst>
          </p:cNvPr>
          <p:cNvSpPr/>
          <p:nvPr/>
        </p:nvSpPr>
        <p:spPr>
          <a:xfrm>
            <a:off x="1113020" y="7782092"/>
            <a:ext cx="1886203" cy="697996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3">
                    <a:lumMod val="50000"/>
                  </a:schemeClr>
                </a:solidFill>
              </a:rPr>
              <a:t>/</a:t>
            </a:r>
            <a:r>
              <a:rPr lang="es-ES" sz="2000" b="1" dirty="0" err="1">
                <a:solidFill>
                  <a:schemeClr val="accent3">
                    <a:lumMod val="50000"/>
                  </a:schemeClr>
                </a:solidFill>
              </a:rPr>
              <a:t>joint_states</a:t>
            </a: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0D4445B-8EE5-5827-6C58-D8BA6029A401}"/>
              </a:ext>
            </a:extLst>
          </p:cNvPr>
          <p:cNvSpPr/>
          <p:nvPr/>
        </p:nvSpPr>
        <p:spPr>
          <a:xfrm>
            <a:off x="3726237" y="7801426"/>
            <a:ext cx="1329628" cy="697996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3">
                    <a:lumMod val="50000"/>
                  </a:schemeClr>
                </a:solidFill>
              </a:rPr>
              <a:t>/</a:t>
            </a:r>
            <a:r>
              <a:rPr lang="es-ES" sz="2000" b="1" dirty="0" err="1">
                <a:solidFill>
                  <a:schemeClr val="accent3">
                    <a:lumMod val="50000"/>
                  </a:schemeClr>
                </a:solidFill>
              </a:rPr>
              <a:t>odom</a:t>
            </a: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5BEA87F-BB06-51E7-D810-A9AFAE260FE0}"/>
              </a:ext>
            </a:extLst>
          </p:cNvPr>
          <p:cNvSpPr/>
          <p:nvPr/>
        </p:nvSpPr>
        <p:spPr>
          <a:xfrm>
            <a:off x="5578576" y="7782092"/>
            <a:ext cx="1329628" cy="697996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3">
                    <a:lumMod val="50000"/>
                  </a:schemeClr>
                </a:solidFill>
              </a:rPr>
              <a:t>/</a:t>
            </a:r>
            <a:r>
              <a:rPr lang="es-ES" sz="2000" b="1" dirty="0" err="1">
                <a:solidFill>
                  <a:schemeClr val="accent3">
                    <a:lumMod val="50000"/>
                  </a:schemeClr>
                </a:solidFill>
              </a:rPr>
              <a:t>tf</a:t>
            </a: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FAA4D62-FA1B-A2F1-E859-5DC2AEE897C8}"/>
              </a:ext>
            </a:extLst>
          </p:cNvPr>
          <p:cNvSpPr/>
          <p:nvPr/>
        </p:nvSpPr>
        <p:spPr>
          <a:xfrm>
            <a:off x="9746849" y="1157903"/>
            <a:ext cx="1329629" cy="697996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>
                <a:solidFill>
                  <a:schemeClr val="accent3">
                    <a:lumMod val="50000"/>
                  </a:schemeClr>
                </a:solidFill>
              </a:rPr>
              <a:t>rsp</a:t>
            </a: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BD2BC74-3E58-3395-7112-2BFC610C7F4E}"/>
              </a:ext>
            </a:extLst>
          </p:cNvPr>
          <p:cNvSpPr/>
          <p:nvPr/>
        </p:nvSpPr>
        <p:spPr>
          <a:xfrm>
            <a:off x="11327148" y="1157903"/>
            <a:ext cx="1695344" cy="697996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3">
                    <a:lumMod val="50000"/>
                  </a:schemeClr>
                </a:solidFill>
              </a:rPr>
              <a:t>joystick</a:t>
            </a: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520D2CF-496E-AFC0-1EDA-9ECE587EC0CD}"/>
              </a:ext>
            </a:extLst>
          </p:cNvPr>
          <p:cNvSpPr/>
          <p:nvPr/>
        </p:nvSpPr>
        <p:spPr>
          <a:xfrm>
            <a:off x="15754352" y="1158486"/>
            <a:ext cx="1772417" cy="694944"/>
          </a:xfrm>
          <a:prstGeom prst="roundRect">
            <a:avLst/>
          </a:prstGeom>
          <a:solidFill>
            <a:srgbClr val="B7C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>
                <a:solidFill>
                  <a:srgbClr val="002060"/>
                </a:solidFill>
              </a:rPr>
              <a:t>gazebo</a:t>
            </a:r>
            <a:endParaRPr lang="en-US" sz="2068" b="1" dirty="0">
              <a:solidFill>
                <a:srgbClr val="002060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6883475-8575-4108-8AE6-E30535A685CE}"/>
              </a:ext>
            </a:extLst>
          </p:cNvPr>
          <p:cNvSpPr/>
          <p:nvPr/>
        </p:nvSpPr>
        <p:spPr>
          <a:xfrm>
            <a:off x="12000699" y="2773317"/>
            <a:ext cx="2659319" cy="694944"/>
          </a:xfrm>
          <a:prstGeom prst="roundRect">
            <a:avLst/>
          </a:prstGeom>
          <a:solidFill>
            <a:srgbClr val="B7C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>
                <a:solidFill>
                  <a:srgbClr val="002060"/>
                </a:solidFill>
              </a:rPr>
              <a:t>spawn_entity.py</a:t>
            </a:r>
            <a:endParaRPr lang="en-US" sz="2068" b="1" dirty="0">
              <a:solidFill>
                <a:srgbClr val="002060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7067DDEF-5334-A8EE-47DD-C5DC91367F73}"/>
              </a:ext>
            </a:extLst>
          </p:cNvPr>
          <p:cNvSpPr/>
          <p:nvPr/>
        </p:nvSpPr>
        <p:spPr>
          <a:xfrm>
            <a:off x="11387024" y="4169255"/>
            <a:ext cx="3891537" cy="69494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>
                <a:solidFill>
                  <a:schemeClr val="tx1"/>
                </a:solidFill>
              </a:rPr>
              <a:t>OnProcessExit</a:t>
            </a:r>
            <a:r>
              <a:rPr lang="es-ES" sz="2000" b="1" dirty="0">
                <a:solidFill>
                  <a:schemeClr val="tx1"/>
                </a:solidFill>
              </a:rPr>
              <a:t> (</a:t>
            </a:r>
            <a:r>
              <a:rPr lang="es-ES" sz="2000" b="1" dirty="0" err="1">
                <a:solidFill>
                  <a:schemeClr val="tx1"/>
                </a:solidFill>
              </a:rPr>
              <a:t>spawn_entity</a:t>
            </a:r>
            <a:r>
              <a:rPr lang="es-ES" sz="2000" b="1" dirty="0">
                <a:solidFill>
                  <a:schemeClr val="tx1"/>
                </a:solidFill>
              </a:rPr>
              <a:t>)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645556FD-0813-10DE-5987-A19C6E8E4BD1}"/>
              </a:ext>
            </a:extLst>
          </p:cNvPr>
          <p:cNvSpPr/>
          <p:nvPr/>
        </p:nvSpPr>
        <p:spPr>
          <a:xfrm>
            <a:off x="1840035" y="5873883"/>
            <a:ext cx="1886203" cy="697996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>
                <a:solidFill>
                  <a:schemeClr val="accent3">
                    <a:lumMod val="50000"/>
                  </a:schemeClr>
                </a:solidFill>
              </a:rPr>
              <a:t>joint_broad</a:t>
            </a: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EFE649F-838E-9DEB-0AA1-B0D960D55A81}"/>
              </a:ext>
            </a:extLst>
          </p:cNvPr>
          <p:cNvSpPr/>
          <p:nvPr/>
        </p:nvSpPr>
        <p:spPr>
          <a:xfrm>
            <a:off x="4306747" y="5900854"/>
            <a:ext cx="1886202" cy="697996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>
                <a:solidFill>
                  <a:schemeClr val="accent3">
                    <a:lumMod val="50000"/>
                  </a:schemeClr>
                </a:solidFill>
              </a:rPr>
              <a:t>diff_cont</a:t>
            </a: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1C4EE85-4933-C7D4-8057-E217094A1FD6}"/>
              </a:ext>
            </a:extLst>
          </p:cNvPr>
          <p:cNvCxnSpPr>
            <a:stCxn id="55" idx="2"/>
            <a:endCxn id="43" idx="0"/>
          </p:cNvCxnSpPr>
          <p:nvPr/>
        </p:nvCxnSpPr>
        <p:spPr>
          <a:xfrm flipH="1">
            <a:off x="2056122" y="6571880"/>
            <a:ext cx="727015" cy="1210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5CCE24C-CC5A-D56D-8ABA-D8E3B950531A}"/>
              </a:ext>
            </a:extLst>
          </p:cNvPr>
          <p:cNvCxnSpPr>
            <a:stCxn id="56" idx="2"/>
            <a:endCxn id="45" idx="0"/>
          </p:cNvCxnSpPr>
          <p:nvPr/>
        </p:nvCxnSpPr>
        <p:spPr>
          <a:xfrm>
            <a:off x="5249848" y="6598850"/>
            <a:ext cx="993542" cy="1183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6E87CA5-79F5-000A-6D4D-DD2A0411044C}"/>
              </a:ext>
            </a:extLst>
          </p:cNvPr>
          <p:cNvCxnSpPr>
            <a:cxnSpLocks/>
            <a:stCxn id="56" idx="2"/>
            <a:endCxn id="44" idx="0"/>
          </p:cNvCxnSpPr>
          <p:nvPr/>
        </p:nvCxnSpPr>
        <p:spPr>
          <a:xfrm flipH="1">
            <a:off x="4391052" y="6598850"/>
            <a:ext cx="858797" cy="1202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Curved 66">
            <a:extLst>
              <a:ext uri="{FF2B5EF4-FFF2-40B4-BE49-F238E27FC236}">
                <a16:creationId xmlns:a16="http://schemas.microsoft.com/office/drawing/2014/main" id="{FB9A638C-AABB-AF98-7774-3BC0A34FA62B}"/>
              </a:ext>
            </a:extLst>
          </p:cNvPr>
          <p:cNvCxnSpPr>
            <a:stCxn id="40" idx="2"/>
            <a:endCxn id="56" idx="0"/>
          </p:cNvCxnSpPr>
          <p:nvPr/>
        </p:nvCxnSpPr>
        <p:spPr>
          <a:xfrm rot="16200000" flipH="1">
            <a:off x="4288916" y="4939922"/>
            <a:ext cx="746978" cy="117488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Curved 68">
            <a:extLst>
              <a:ext uri="{FF2B5EF4-FFF2-40B4-BE49-F238E27FC236}">
                <a16:creationId xmlns:a16="http://schemas.microsoft.com/office/drawing/2014/main" id="{DD0B2F97-7413-12BE-4B25-56447ED4A7D2}"/>
              </a:ext>
            </a:extLst>
          </p:cNvPr>
          <p:cNvCxnSpPr>
            <a:stCxn id="40" idx="2"/>
            <a:endCxn id="55" idx="0"/>
          </p:cNvCxnSpPr>
          <p:nvPr/>
        </p:nvCxnSpPr>
        <p:spPr>
          <a:xfrm rot="5400000">
            <a:off x="3069047" y="4867966"/>
            <a:ext cx="720007" cy="129182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2EF28C1-CA97-9F18-FB1C-C680B5386AA9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>
            <a:off x="4074204" y="3798996"/>
            <a:ext cx="759" cy="659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Curved 74">
            <a:extLst>
              <a:ext uri="{FF2B5EF4-FFF2-40B4-BE49-F238E27FC236}">
                <a16:creationId xmlns:a16="http://schemas.microsoft.com/office/drawing/2014/main" id="{296B2B0B-4297-B38E-3873-4406C55ABED6}"/>
              </a:ext>
            </a:extLst>
          </p:cNvPr>
          <p:cNvCxnSpPr>
            <a:stCxn id="34" idx="2"/>
            <a:endCxn id="39" idx="0"/>
          </p:cNvCxnSpPr>
          <p:nvPr/>
        </p:nvCxnSpPr>
        <p:spPr>
          <a:xfrm rot="16200000" flipH="1">
            <a:off x="2841443" y="1871289"/>
            <a:ext cx="1185407" cy="128011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Curved 76">
            <a:extLst>
              <a:ext uri="{FF2B5EF4-FFF2-40B4-BE49-F238E27FC236}">
                <a16:creationId xmlns:a16="http://schemas.microsoft.com/office/drawing/2014/main" id="{DF311682-7D14-08AB-4101-7B8F184DAAE8}"/>
              </a:ext>
            </a:extLst>
          </p:cNvPr>
          <p:cNvCxnSpPr>
            <a:cxnSpLocks/>
            <a:stCxn id="142" idx="2"/>
            <a:endCxn id="39" idx="0"/>
          </p:cNvCxnSpPr>
          <p:nvPr/>
        </p:nvCxnSpPr>
        <p:spPr>
          <a:xfrm rot="5400000">
            <a:off x="3994726" y="1998122"/>
            <a:ext cx="1185407" cy="102645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41FCC33-7DE1-8EE9-2FEB-E4C28A7D4806}"/>
              </a:ext>
            </a:extLst>
          </p:cNvPr>
          <p:cNvSpPr/>
          <p:nvPr/>
        </p:nvSpPr>
        <p:spPr>
          <a:xfrm>
            <a:off x="10447348" y="7746350"/>
            <a:ext cx="1886203" cy="697996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3">
                    <a:lumMod val="50000"/>
                  </a:schemeClr>
                </a:solidFill>
              </a:rPr>
              <a:t>/</a:t>
            </a:r>
            <a:r>
              <a:rPr lang="es-ES" sz="2000" b="1" dirty="0" err="1">
                <a:solidFill>
                  <a:schemeClr val="accent3">
                    <a:lumMod val="50000"/>
                  </a:schemeClr>
                </a:solidFill>
              </a:rPr>
              <a:t>joint_states</a:t>
            </a: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DA888CE4-5537-4AEF-8626-075F54426B87}"/>
              </a:ext>
            </a:extLst>
          </p:cNvPr>
          <p:cNvSpPr/>
          <p:nvPr/>
        </p:nvSpPr>
        <p:spPr>
          <a:xfrm>
            <a:off x="13060565" y="7765684"/>
            <a:ext cx="1329628" cy="697996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3">
                    <a:lumMod val="50000"/>
                  </a:schemeClr>
                </a:solidFill>
              </a:rPr>
              <a:t>/</a:t>
            </a:r>
            <a:r>
              <a:rPr lang="es-ES" sz="2000" b="1" dirty="0" err="1">
                <a:solidFill>
                  <a:schemeClr val="accent3">
                    <a:lumMod val="50000"/>
                  </a:schemeClr>
                </a:solidFill>
              </a:rPr>
              <a:t>odom</a:t>
            </a: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E7CB3501-F231-90E6-EC96-4701C0E4F90C}"/>
              </a:ext>
            </a:extLst>
          </p:cNvPr>
          <p:cNvSpPr/>
          <p:nvPr/>
        </p:nvSpPr>
        <p:spPr>
          <a:xfrm>
            <a:off x="14912904" y="7746350"/>
            <a:ext cx="1329628" cy="697996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3">
                    <a:lumMod val="50000"/>
                  </a:schemeClr>
                </a:solidFill>
              </a:rPr>
              <a:t>/</a:t>
            </a:r>
            <a:r>
              <a:rPr lang="es-ES" sz="2000" b="1" dirty="0" err="1">
                <a:solidFill>
                  <a:schemeClr val="accent3">
                    <a:lumMod val="50000"/>
                  </a:schemeClr>
                </a:solidFill>
              </a:rPr>
              <a:t>tf</a:t>
            </a: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38A57102-8A95-1D89-0F58-E39B1A1BCE4C}"/>
              </a:ext>
            </a:extLst>
          </p:cNvPr>
          <p:cNvSpPr/>
          <p:nvPr/>
        </p:nvSpPr>
        <p:spPr>
          <a:xfrm>
            <a:off x="11174363" y="5838141"/>
            <a:ext cx="1886203" cy="697996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>
                <a:solidFill>
                  <a:schemeClr val="accent3">
                    <a:lumMod val="50000"/>
                  </a:schemeClr>
                </a:solidFill>
              </a:rPr>
              <a:t>joint_broad</a:t>
            </a: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D9D1544A-CAD3-A151-EBEC-4FDE4E26B8DD}"/>
              </a:ext>
            </a:extLst>
          </p:cNvPr>
          <p:cNvSpPr/>
          <p:nvPr/>
        </p:nvSpPr>
        <p:spPr>
          <a:xfrm>
            <a:off x="13641075" y="5865112"/>
            <a:ext cx="1886202" cy="697996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>
                <a:solidFill>
                  <a:schemeClr val="accent3">
                    <a:lumMod val="50000"/>
                  </a:schemeClr>
                </a:solidFill>
              </a:rPr>
              <a:t>diff_cont</a:t>
            </a: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55D3A81-591F-3A87-8E1F-9B45FB0B2B57}"/>
              </a:ext>
            </a:extLst>
          </p:cNvPr>
          <p:cNvCxnSpPr>
            <a:stCxn id="81" idx="2"/>
            <a:endCxn id="78" idx="0"/>
          </p:cNvCxnSpPr>
          <p:nvPr/>
        </p:nvCxnSpPr>
        <p:spPr>
          <a:xfrm flipH="1">
            <a:off x="11390450" y="6536138"/>
            <a:ext cx="727015" cy="1210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9171BEF7-8E37-898C-6B8B-193CB2D0658D}"/>
              </a:ext>
            </a:extLst>
          </p:cNvPr>
          <p:cNvCxnSpPr>
            <a:stCxn id="82" idx="2"/>
            <a:endCxn id="80" idx="0"/>
          </p:cNvCxnSpPr>
          <p:nvPr/>
        </p:nvCxnSpPr>
        <p:spPr>
          <a:xfrm>
            <a:off x="14584176" y="6563108"/>
            <a:ext cx="993542" cy="1183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C57F3F1-0DCA-7435-473C-5CC66A581E88}"/>
              </a:ext>
            </a:extLst>
          </p:cNvPr>
          <p:cNvCxnSpPr>
            <a:cxnSpLocks/>
            <a:stCxn id="82" idx="2"/>
            <a:endCxn id="79" idx="0"/>
          </p:cNvCxnSpPr>
          <p:nvPr/>
        </p:nvCxnSpPr>
        <p:spPr>
          <a:xfrm flipH="1">
            <a:off x="13725380" y="6563108"/>
            <a:ext cx="858797" cy="1202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9752F402-7E63-0107-C594-1208FDFC4999}"/>
              </a:ext>
            </a:extLst>
          </p:cNvPr>
          <p:cNvCxnSpPr>
            <a:cxnSpLocks/>
            <a:stCxn id="53" idx="2"/>
            <a:endCxn id="82" idx="0"/>
          </p:cNvCxnSpPr>
          <p:nvPr/>
        </p:nvCxnSpPr>
        <p:spPr>
          <a:xfrm rot="16200000" flipH="1">
            <a:off x="13458029" y="4738963"/>
            <a:ext cx="1000913" cy="125138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Curved 86">
            <a:extLst>
              <a:ext uri="{FF2B5EF4-FFF2-40B4-BE49-F238E27FC236}">
                <a16:creationId xmlns:a16="http://schemas.microsoft.com/office/drawing/2014/main" id="{2052DEDE-E228-FAF4-EF81-81BF25C9812B}"/>
              </a:ext>
            </a:extLst>
          </p:cNvPr>
          <p:cNvCxnSpPr>
            <a:cxnSpLocks/>
            <a:stCxn id="53" idx="2"/>
            <a:endCxn id="81" idx="0"/>
          </p:cNvCxnSpPr>
          <p:nvPr/>
        </p:nvCxnSpPr>
        <p:spPr>
          <a:xfrm rot="5400000">
            <a:off x="12238157" y="4743506"/>
            <a:ext cx="973942" cy="121532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4BD50063-0EE7-4065-CACA-C9D7777DF98B}"/>
              </a:ext>
            </a:extLst>
          </p:cNvPr>
          <p:cNvSpPr txBox="1"/>
          <p:nvPr/>
        </p:nvSpPr>
        <p:spPr>
          <a:xfrm>
            <a:off x="11522895" y="96111"/>
            <a:ext cx="45110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rgbClr val="002060"/>
                </a:solidFill>
              </a:rPr>
              <a:t>Simulación (Gazebo)</a:t>
            </a:r>
            <a:endParaRPr lang="es-ES" sz="1600" b="1" dirty="0">
              <a:solidFill>
                <a:srgbClr val="002060"/>
              </a:solidFill>
            </a:endParaRPr>
          </a:p>
          <a:p>
            <a:pPr algn="ctr"/>
            <a:r>
              <a:rPr lang="es-ES" sz="1600" i="1" dirty="0"/>
              <a:t>launch_sim.launch.py</a:t>
            </a:r>
            <a:endParaRPr lang="en-US" i="1" dirty="0"/>
          </a:p>
        </p:txBody>
      </p:sp>
      <p:cxnSp>
        <p:nvCxnSpPr>
          <p:cNvPr id="92" name="Connector: Curved 91">
            <a:extLst>
              <a:ext uri="{FF2B5EF4-FFF2-40B4-BE49-F238E27FC236}">
                <a16:creationId xmlns:a16="http://schemas.microsoft.com/office/drawing/2014/main" id="{BF010B26-D621-4268-56CC-81A9307C8B36}"/>
              </a:ext>
            </a:extLst>
          </p:cNvPr>
          <p:cNvCxnSpPr>
            <a:stCxn id="46" idx="2"/>
            <a:endCxn id="52" idx="0"/>
          </p:cNvCxnSpPr>
          <p:nvPr/>
        </p:nvCxnSpPr>
        <p:spPr>
          <a:xfrm rot="16200000" flipH="1">
            <a:off x="11412302" y="855260"/>
            <a:ext cx="917418" cy="291869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Curved 95">
            <a:extLst>
              <a:ext uri="{FF2B5EF4-FFF2-40B4-BE49-F238E27FC236}">
                <a16:creationId xmlns:a16="http://schemas.microsoft.com/office/drawing/2014/main" id="{B1282F4A-C333-48A1-E4DF-1863528067DE}"/>
              </a:ext>
            </a:extLst>
          </p:cNvPr>
          <p:cNvCxnSpPr>
            <a:cxnSpLocks/>
            <a:stCxn id="47" idx="2"/>
            <a:endCxn id="52" idx="0"/>
          </p:cNvCxnSpPr>
          <p:nvPr/>
        </p:nvCxnSpPr>
        <p:spPr>
          <a:xfrm rot="16200000" flipH="1">
            <a:off x="12293880" y="1736838"/>
            <a:ext cx="917418" cy="115553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Curved 98">
            <a:extLst>
              <a:ext uri="{FF2B5EF4-FFF2-40B4-BE49-F238E27FC236}">
                <a16:creationId xmlns:a16="http://schemas.microsoft.com/office/drawing/2014/main" id="{F898402D-0C91-CC69-EBC7-635ADBD61F23}"/>
              </a:ext>
            </a:extLst>
          </p:cNvPr>
          <p:cNvCxnSpPr>
            <a:cxnSpLocks/>
            <a:stCxn id="144" idx="2"/>
            <a:endCxn id="52" idx="0"/>
          </p:cNvCxnSpPr>
          <p:nvPr/>
        </p:nvCxnSpPr>
        <p:spPr>
          <a:xfrm rot="5400000">
            <a:off x="13377254" y="1812601"/>
            <a:ext cx="913822" cy="100761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Curved 100">
            <a:extLst>
              <a:ext uri="{FF2B5EF4-FFF2-40B4-BE49-F238E27FC236}">
                <a16:creationId xmlns:a16="http://schemas.microsoft.com/office/drawing/2014/main" id="{587C37AF-0E0B-107C-751D-A84E916BF68B}"/>
              </a:ext>
            </a:extLst>
          </p:cNvPr>
          <p:cNvCxnSpPr>
            <a:stCxn id="51" idx="2"/>
            <a:endCxn id="52" idx="0"/>
          </p:cNvCxnSpPr>
          <p:nvPr/>
        </p:nvCxnSpPr>
        <p:spPr>
          <a:xfrm rot="5400000">
            <a:off x="14525517" y="658272"/>
            <a:ext cx="919887" cy="331020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1C44488-AE59-A3AE-C1CD-61FD306568AA}"/>
              </a:ext>
            </a:extLst>
          </p:cNvPr>
          <p:cNvCxnSpPr>
            <a:stCxn id="52" idx="2"/>
            <a:endCxn id="53" idx="0"/>
          </p:cNvCxnSpPr>
          <p:nvPr/>
        </p:nvCxnSpPr>
        <p:spPr>
          <a:xfrm>
            <a:off x="13330358" y="3468261"/>
            <a:ext cx="2434" cy="700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A64FCD0-26EF-2C77-7B4A-B833A89DF190}"/>
              </a:ext>
            </a:extLst>
          </p:cNvPr>
          <p:cNvCxnSpPr>
            <a:cxnSpLocks/>
          </p:cNvCxnSpPr>
          <p:nvPr/>
        </p:nvCxnSpPr>
        <p:spPr>
          <a:xfrm>
            <a:off x="299803" y="1349684"/>
            <a:ext cx="0" cy="7620696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CF19EA6-DAA9-2E80-6B4E-1EFA9E4FCC01}"/>
              </a:ext>
            </a:extLst>
          </p:cNvPr>
          <p:cNvSpPr/>
          <p:nvPr/>
        </p:nvSpPr>
        <p:spPr>
          <a:xfrm>
            <a:off x="299803" y="1349684"/>
            <a:ext cx="423760" cy="375167"/>
          </a:xfrm>
          <a:prstGeom prst="roundRect">
            <a:avLst>
              <a:gd name="adj" fmla="val 10066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t0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4C37625F-81FF-FA0E-A8BE-F49728B954E1}"/>
              </a:ext>
            </a:extLst>
          </p:cNvPr>
          <p:cNvSpPr/>
          <p:nvPr/>
        </p:nvSpPr>
        <p:spPr>
          <a:xfrm>
            <a:off x="299803" y="4676614"/>
            <a:ext cx="423760" cy="375167"/>
          </a:xfrm>
          <a:prstGeom prst="roundRect">
            <a:avLst>
              <a:gd name="adj" fmla="val 10066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t1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698065E2-0A15-ED17-7AB5-3E53E7B31880}"/>
              </a:ext>
            </a:extLst>
          </p:cNvPr>
          <p:cNvSpPr/>
          <p:nvPr/>
        </p:nvSpPr>
        <p:spPr>
          <a:xfrm>
            <a:off x="299803" y="6062268"/>
            <a:ext cx="423760" cy="375167"/>
          </a:xfrm>
          <a:prstGeom prst="roundRect">
            <a:avLst>
              <a:gd name="adj" fmla="val 10066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t2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A8A4D234-A0CF-E48E-02DA-8E5D09CD415A}"/>
              </a:ext>
            </a:extLst>
          </p:cNvPr>
          <p:cNvSpPr/>
          <p:nvPr/>
        </p:nvSpPr>
        <p:spPr>
          <a:xfrm>
            <a:off x="299803" y="7943506"/>
            <a:ext cx="423760" cy="375167"/>
          </a:xfrm>
          <a:prstGeom prst="roundRect">
            <a:avLst>
              <a:gd name="adj" fmla="val 10066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t3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E256FBBB-0489-0DAC-1403-7A23ECE3331E}"/>
              </a:ext>
            </a:extLst>
          </p:cNvPr>
          <p:cNvCxnSpPr>
            <a:cxnSpLocks/>
          </p:cNvCxnSpPr>
          <p:nvPr/>
        </p:nvCxnSpPr>
        <p:spPr>
          <a:xfrm>
            <a:off x="8844541" y="1349684"/>
            <a:ext cx="0" cy="7620696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075428DB-26D7-ED12-3254-746E1F4094B1}"/>
              </a:ext>
            </a:extLst>
          </p:cNvPr>
          <p:cNvSpPr/>
          <p:nvPr/>
        </p:nvSpPr>
        <p:spPr>
          <a:xfrm>
            <a:off x="8844541" y="1349684"/>
            <a:ext cx="423760" cy="375167"/>
          </a:xfrm>
          <a:prstGeom prst="roundRect">
            <a:avLst>
              <a:gd name="adj" fmla="val 10066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t0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BC4642BA-9DFC-2F4F-C66D-79292BF81EA5}"/>
              </a:ext>
            </a:extLst>
          </p:cNvPr>
          <p:cNvSpPr/>
          <p:nvPr/>
        </p:nvSpPr>
        <p:spPr>
          <a:xfrm>
            <a:off x="8844482" y="2933205"/>
            <a:ext cx="423760" cy="375167"/>
          </a:xfrm>
          <a:prstGeom prst="roundRect">
            <a:avLst>
              <a:gd name="adj" fmla="val 10066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t1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2EF22935-6344-102F-E94D-F4805513B924}"/>
              </a:ext>
            </a:extLst>
          </p:cNvPr>
          <p:cNvSpPr/>
          <p:nvPr/>
        </p:nvSpPr>
        <p:spPr>
          <a:xfrm>
            <a:off x="8844482" y="6026526"/>
            <a:ext cx="423760" cy="375167"/>
          </a:xfrm>
          <a:prstGeom prst="roundRect">
            <a:avLst>
              <a:gd name="adj" fmla="val 10066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t2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B52364BF-0266-5EA2-B595-D616B13C6FBD}"/>
              </a:ext>
            </a:extLst>
          </p:cNvPr>
          <p:cNvSpPr/>
          <p:nvPr/>
        </p:nvSpPr>
        <p:spPr>
          <a:xfrm>
            <a:off x="8850794" y="7907764"/>
            <a:ext cx="423760" cy="375167"/>
          </a:xfrm>
          <a:prstGeom prst="roundRect">
            <a:avLst>
              <a:gd name="adj" fmla="val 10066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t3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2FF416AD-0DF8-B0EF-7DFB-78EE7A607ECC}"/>
              </a:ext>
            </a:extLst>
          </p:cNvPr>
          <p:cNvSpPr/>
          <p:nvPr/>
        </p:nvSpPr>
        <p:spPr>
          <a:xfrm>
            <a:off x="3110382" y="9918733"/>
            <a:ext cx="758821" cy="418331"/>
          </a:xfrm>
          <a:prstGeom prst="diamond">
            <a:avLst/>
          </a:prstGeom>
          <a:solidFill>
            <a:srgbClr val="FFFF9B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7" b="1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0786C25-BF29-B469-3C71-7E274E45D10E}"/>
              </a:ext>
            </a:extLst>
          </p:cNvPr>
          <p:cNvSpPr txBox="1"/>
          <p:nvPr/>
        </p:nvSpPr>
        <p:spPr>
          <a:xfrm>
            <a:off x="4098393" y="9936229"/>
            <a:ext cx="1803728" cy="339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608" i="1" dirty="0"/>
              <a:t>Condicional</a:t>
            </a:r>
            <a:endParaRPr lang="en-US" sz="1608" i="1" dirty="0"/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2A27AEF2-2E9A-25A9-067B-A8693784C5D1}"/>
              </a:ext>
            </a:extLst>
          </p:cNvPr>
          <p:cNvSpPr/>
          <p:nvPr/>
        </p:nvSpPr>
        <p:spPr>
          <a:xfrm>
            <a:off x="5813539" y="9910025"/>
            <a:ext cx="758820" cy="418332"/>
          </a:xfrm>
          <a:prstGeom prst="roundRect">
            <a:avLst/>
          </a:prstGeom>
          <a:solidFill>
            <a:srgbClr val="89FFBE"/>
          </a:solidFill>
          <a:ln w="19050"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68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FABA8D5-6092-DFB7-89CB-F33B7C65013C}"/>
              </a:ext>
            </a:extLst>
          </p:cNvPr>
          <p:cNvSpPr txBox="1"/>
          <p:nvPr/>
        </p:nvSpPr>
        <p:spPr>
          <a:xfrm>
            <a:off x="6845389" y="9948923"/>
            <a:ext cx="1757910" cy="339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608" i="1" dirty="0"/>
              <a:t>Siempre incluido</a:t>
            </a:r>
            <a:endParaRPr lang="en-US" sz="1608" i="1" dirty="0"/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9493C78C-744E-9D11-D8DC-8ACE87962232}"/>
              </a:ext>
            </a:extLst>
          </p:cNvPr>
          <p:cNvSpPr/>
          <p:nvPr/>
        </p:nvSpPr>
        <p:spPr>
          <a:xfrm>
            <a:off x="8920913" y="9932280"/>
            <a:ext cx="758820" cy="401002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68" b="1" dirty="0">
              <a:solidFill>
                <a:srgbClr val="FF0000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E33F76A-E993-5F88-4A6E-9D11B9EC26B5}"/>
              </a:ext>
            </a:extLst>
          </p:cNvPr>
          <p:cNvSpPr txBox="1"/>
          <p:nvPr/>
        </p:nvSpPr>
        <p:spPr>
          <a:xfrm>
            <a:off x="9952764" y="9956869"/>
            <a:ext cx="1759886" cy="339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608" i="1" dirty="0"/>
              <a:t>Hardware real</a:t>
            </a:r>
            <a:endParaRPr lang="en-US" sz="1608" i="1" dirty="0"/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48D741FA-AA0C-FB26-4CB4-C4A08428E19F}"/>
              </a:ext>
            </a:extLst>
          </p:cNvPr>
          <p:cNvSpPr/>
          <p:nvPr/>
        </p:nvSpPr>
        <p:spPr>
          <a:xfrm>
            <a:off x="11804794" y="9901619"/>
            <a:ext cx="758820" cy="424309"/>
          </a:xfrm>
          <a:prstGeom prst="roundRect">
            <a:avLst/>
          </a:prstGeom>
          <a:solidFill>
            <a:srgbClr val="B7C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68" b="1" dirty="0">
              <a:solidFill>
                <a:srgbClr val="002060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EF151C2-517C-F8E9-C715-2CE73D09056E}"/>
              </a:ext>
            </a:extLst>
          </p:cNvPr>
          <p:cNvSpPr txBox="1"/>
          <p:nvPr/>
        </p:nvSpPr>
        <p:spPr>
          <a:xfrm>
            <a:off x="12838623" y="9919253"/>
            <a:ext cx="1757910" cy="339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608" i="1" dirty="0"/>
              <a:t>Simulación</a:t>
            </a:r>
            <a:endParaRPr lang="en-US" sz="1608" i="1" dirty="0"/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20DEB85D-5C23-4089-B93A-5226D7304510}"/>
              </a:ext>
            </a:extLst>
          </p:cNvPr>
          <p:cNvSpPr/>
          <p:nvPr/>
        </p:nvSpPr>
        <p:spPr>
          <a:xfrm>
            <a:off x="14423316" y="9901619"/>
            <a:ext cx="758820" cy="42430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68" b="1" dirty="0">
              <a:solidFill>
                <a:srgbClr val="002060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03B66F2-CE8B-224C-AAEC-5F0870969C64}"/>
              </a:ext>
            </a:extLst>
          </p:cNvPr>
          <p:cNvSpPr txBox="1"/>
          <p:nvPr/>
        </p:nvSpPr>
        <p:spPr>
          <a:xfrm>
            <a:off x="15457145" y="9919253"/>
            <a:ext cx="2069624" cy="339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608" i="1" dirty="0"/>
              <a:t>Campos de  espera</a:t>
            </a:r>
            <a:endParaRPr lang="en-US" sz="1608" i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7D43174-2150-A55A-24A7-208BEFDFAEC7}"/>
              </a:ext>
            </a:extLst>
          </p:cNvPr>
          <p:cNvSpPr txBox="1"/>
          <p:nvPr/>
        </p:nvSpPr>
        <p:spPr>
          <a:xfrm>
            <a:off x="1686064" y="9948923"/>
            <a:ext cx="1803728" cy="375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38" b="1" i="1" dirty="0"/>
              <a:t>Leyenda</a:t>
            </a:r>
            <a:r>
              <a:rPr lang="es-ES" sz="1838" b="1" dirty="0"/>
              <a:t>:</a:t>
            </a:r>
            <a:endParaRPr lang="en-US" sz="1838" b="1" dirty="0"/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65C60674-2883-28F1-160F-E9847ACBC6A6}"/>
              </a:ext>
            </a:extLst>
          </p:cNvPr>
          <p:cNvSpPr/>
          <p:nvPr/>
        </p:nvSpPr>
        <p:spPr>
          <a:xfrm>
            <a:off x="1500362" y="9728968"/>
            <a:ext cx="16026406" cy="779171"/>
          </a:xfrm>
          <a:prstGeom prst="roundRect">
            <a:avLst>
              <a:gd name="adj" fmla="val 7552"/>
            </a:avLst>
          </a:prstGeom>
          <a:noFill/>
          <a:ln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68"/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2BB2AB94-2740-F3D9-9DA4-6EC022D8F0B5}"/>
              </a:ext>
            </a:extLst>
          </p:cNvPr>
          <p:cNvSpPr/>
          <p:nvPr/>
        </p:nvSpPr>
        <p:spPr>
          <a:xfrm>
            <a:off x="4343713" y="1220648"/>
            <a:ext cx="1513881" cy="697996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>
                <a:solidFill>
                  <a:schemeClr val="accent3">
                    <a:lumMod val="50000"/>
                  </a:schemeClr>
                </a:solidFill>
              </a:rPr>
              <a:t>twist_mux</a:t>
            </a: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01109876-E71F-F5D8-8F81-A57FE423D041}"/>
              </a:ext>
            </a:extLst>
          </p:cNvPr>
          <p:cNvSpPr/>
          <p:nvPr/>
        </p:nvSpPr>
        <p:spPr>
          <a:xfrm>
            <a:off x="13581029" y="1161499"/>
            <a:ext cx="1513881" cy="697996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>
                <a:solidFill>
                  <a:schemeClr val="accent3">
                    <a:lumMod val="50000"/>
                  </a:schemeClr>
                </a:solidFill>
              </a:rPr>
              <a:t>twist_mux</a:t>
            </a: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117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</TotalTime>
  <Words>98</Words>
  <Application>Microsoft Office PowerPoint</Application>
  <PresentationFormat>Custom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Valderas</dc:creator>
  <cp:lastModifiedBy>Sebastian Valderas</cp:lastModifiedBy>
  <cp:revision>2</cp:revision>
  <dcterms:created xsi:type="dcterms:W3CDTF">2026-03-24T14:37:25Z</dcterms:created>
  <dcterms:modified xsi:type="dcterms:W3CDTF">2026-03-24T19:11:49Z</dcterms:modified>
</cp:coreProperties>
</file>