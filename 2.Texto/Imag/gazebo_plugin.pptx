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3"/>
  </p:notesMasterIdLst>
  <p:sldIdLst>
    <p:sldId id="256" r:id="rId2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60"/>
  </p:normalViewPr>
  <p:slideViewPr>
    <p:cSldViewPr snapToGrid="0">
      <p:cViewPr varScale="1">
        <p:scale>
          <a:sx n="78" d="100"/>
          <a:sy n="78" d="100"/>
        </p:scale>
        <p:origin x="878" y="6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notesMaster" Target="notesMasters/notesMaster1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F824E4E7-63B3-4264-B2A8-CF377920C2FE}" type="datetimeFigureOut">
              <a:rPr lang="en-US" smtClean="0"/>
              <a:t>10/19/2025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E32BA01F-8556-4F9A-A1C4-78DC6AF2B18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7880743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32BA01F-8556-4F9A-A1C4-78DC6AF2B185}" type="slidenum">
              <a:rPr lang="en-US" smtClean="0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7112065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A14BE99-2950-A9E5-F9F5-690C85B6C05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ED45493E-5664-6A02-3247-780EAB8C515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BD738AA-555E-18A0-BC09-0D3151CEAB6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5C67C38-21E1-45C6-A293-08155DE0DF9E}" type="datetimeFigureOut">
              <a:rPr lang="en-US" smtClean="0"/>
              <a:t>10/19/2025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12DC06D-BD69-7608-78FE-91AABDEC837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DCB1CDB-E0B3-94F5-3E31-FC2ECC085D9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D8C11A7-3C59-464E-9F81-5C95E57B149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6286337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B6F4A57-B1A6-F570-E139-BB9A013FA17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C12FC96-7985-4873-5CC8-EBB003598B0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F76368E-7C94-DD33-BBDA-26E7A72EF34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5C67C38-21E1-45C6-A293-08155DE0DF9E}" type="datetimeFigureOut">
              <a:rPr lang="en-US" smtClean="0"/>
              <a:t>10/19/2025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8155811-D930-C805-13E8-A000D41E49E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3119500-F0C0-C332-06DD-3B00064E3E0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D8C11A7-3C59-464E-9F81-5C95E57B149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2815811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50E050C-A8CA-5106-986B-5551AACA2E3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5DCB9F8-EA73-2CC3-DF57-07766E5D498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7A2E744-9038-23DE-CA88-9217C3E7F98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5C67C38-21E1-45C6-A293-08155DE0DF9E}" type="datetimeFigureOut">
              <a:rPr lang="en-US" smtClean="0"/>
              <a:t>10/19/2025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167C2A0-625F-1F16-2CA1-D49DDA4CD5E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83A75ED-1ADC-7119-04C1-E1E066BC535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D8C11A7-3C59-464E-9F81-5C95E57B149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0436274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27B7140-9255-8B19-E0F1-45ED19FE582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E88E245-A840-D5FF-4C9F-73907E387E2C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8B0630DA-3D98-643B-B385-A8216507034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48E1CC38-D28B-4E37-7631-586C08F311C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5C67C38-21E1-45C6-A293-08155DE0DF9E}" type="datetimeFigureOut">
              <a:rPr lang="en-US" smtClean="0"/>
              <a:t>10/19/2025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9A3176A0-7B69-733E-F7AC-D78017701EE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4F7C07E-853C-04CF-3224-CC53A8C720F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D8C11A7-3C59-464E-9F81-5C95E57B149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4084089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B222B38-9A38-B15D-B9C0-8DA42405221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2467A81-B1F1-2EA3-8CFC-EAECC58FF93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610A0CAE-7FF6-E284-B28F-616E693FA3D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AF1CA5F4-2B65-D58B-5DE3-6C9E7D77FA12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CF59CB42-F51D-6C67-D6AC-4B57B4C00445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F7186FA4-97C1-0AF7-96FA-6B0C8ACD210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5C67C38-21E1-45C6-A293-08155DE0DF9E}" type="datetimeFigureOut">
              <a:rPr lang="en-US" smtClean="0"/>
              <a:t>10/19/2025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AEF075D3-7839-F8DE-8B95-5E67731D127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6B9D615A-2962-EF47-B88F-B7AF2289D9A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D8C11A7-3C59-464E-9F81-5C95E57B149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4195896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8BF5E09-74E8-1AD8-775C-1FFCB0AFC52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D540E63F-564F-BA35-8402-F2D7DA97D42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5C67C38-21E1-45C6-A293-08155DE0DF9E}" type="datetimeFigureOut">
              <a:rPr lang="en-US" smtClean="0"/>
              <a:t>10/19/2025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335E1A0A-6BA0-3AF5-5CF0-D8CC4E7A50F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354D23CB-4269-5638-BC63-DE51CEB6455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D8C11A7-3C59-464E-9F81-5C95E57B149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8248794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1A5CDCED-FD14-91A3-6F36-E8DD7F295DD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5C67C38-21E1-45C6-A293-08155DE0DF9E}" type="datetimeFigureOut">
              <a:rPr lang="en-US" smtClean="0"/>
              <a:t>10/19/2025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B05F0D37-0D49-B9EA-D8F8-F59F188B42F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BB98007-B174-F2BB-8879-626283A8B68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D8C11A7-3C59-464E-9F81-5C95E57B149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4652657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05CCC77-24F2-3EC4-A178-65972625D18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8D33C8F-8592-1620-2113-45E2451E412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2D58E5C8-6C1D-A55A-71E9-DF090F20AC11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191B5B30-B05C-498E-27F7-4A6F45BCC53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5C67C38-21E1-45C6-A293-08155DE0DF9E}" type="datetimeFigureOut">
              <a:rPr lang="en-US" smtClean="0"/>
              <a:t>10/19/2025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348650AA-774E-6A29-4BE9-19BB4C805E7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696C014F-C902-0A44-2884-20404A3CE7A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D8C11A7-3C59-464E-9F81-5C95E57B149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1395984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35DAE24-EA55-FE85-73C8-88A9956D52D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2F663A38-9937-4DA6-6DAC-76BFCFE76341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783F3957-E0F2-C1BB-1B43-2D1E42022DD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2CF47A8D-A4F8-EBF6-B5FF-AA2CE3B12F2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5C67C38-21E1-45C6-A293-08155DE0DF9E}" type="datetimeFigureOut">
              <a:rPr lang="en-US" smtClean="0"/>
              <a:t>10/19/2025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6C3BB77-B942-9AD3-B060-E1BA21CC25A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45AEB2E5-0F33-CC92-1E73-C44D78E30B6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D8C11A7-3C59-464E-9F81-5C95E57B149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4450048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681CDCE-FB7D-2713-6A0D-48F34596B3B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A5E35ABA-F4C9-5430-0CC7-1AE80C6A01EF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EEB96CF-03C9-C1B4-5B40-7F5F945FDEE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5C67C38-21E1-45C6-A293-08155DE0DF9E}" type="datetimeFigureOut">
              <a:rPr lang="en-US" smtClean="0"/>
              <a:t>10/19/2025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9CE6283-ABBC-1D7A-B9CE-39A92BA3869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CCAEE5E-612A-40C3-BE21-3CB32AEEBFE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D8C11A7-3C59-464E-9F81-5C95E57B149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9373453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8B3651E1-3F6C-8706-406D-E49920AB318E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B4F6CA00-C06E-49F1-A20F-D3947616C54B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8C6B1E4-F8B0-4503-867E-C79779C85C6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5C67C38-21E1-45C6-A293-08155DE0DF9E}" type="datetimeFigureOut">
              <a:rPr lang="en-US" smtClean="0"/>
              <a:t>10/19/2025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3971564-808D-8B4D-F083-3A09D28E9E4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98873E8-C5C7-5100-7DF5-FDDD92C5607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D8C11A7-3C59-464E-9F81-5C95E57B149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359124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07A61D58-F476-DE65-9885-11EE7E414BC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ACA4720-48D8-EB56-4B0E-8B9E3F151D8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03E507D-20D8-48C9-1362-6FBA7CBA3B9D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75C67C38-21E1-45C6-A293-08155DE0DF9E}" type="datetimeFigureOut">
              <a:rPr lang="en-US" smtClean="0"/>
              <a:t>10/19/2025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A257732-2CCC-FCA3-EA7B-81386DE4E0CB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50A7B10-4678-5F5C-6D12-FF2B3198D476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4D8C11A7-3C59-464E-9F81-5C95E57B149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0439087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: Rounded Corners 3">
            <a:extLst>
              <a:ext uri="{FF2B5EF4-FFF2-40B4-BE49-F238E27FC236}">
                <a16:creationId xmlns:a16="http://schemas.microsoft.com/office/drawing/2014/main" id="{4B70FCFF-BC0A-2810-BEDB-B7B191373274}"/>
              </a:ext>
            </a:extLst>
          </p:cNvPr>
          <p:cNvSpPr/>
          <p:nvPr/>
        </p:nvSpPr>
        <p:spPr>
          <a:xfrm>
            <a:off x="4577915" y="2620479"/>
            <a:ext cx="2615002" cy="535493"/>
          </a:xfrm>
          <a:prstGeom prst="roundRect">
            <a:avLst/>
          </a:prstGeom>
        </p:spPr>
        <p:style>
          <a:lnRef idx="0">
            <a:schemeClr val="accent1"/>
          </a:lnRef>
          <a:fillRef idx="3">
            <a:schemeClr val="accent1"/>
          </a:fillRef>
          <a:effectRef idx="3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ES" dirty="0"/>
              <a:t>gazebo_ros_diff_drive</a:t>
            </a:r>
            <a:endParaRPr lang="en-US" dirty="0"/>
          </a:p>
        </p:txBody>
      </p:sp>
      <p:sp>
        <p:nvSpPr>
          <p:cNvPr id="5" name="Parallelogram 4">
            <a:extLst>
              <a:ext uri="{FF2B5EF4-FFF2-40B4-BE49-F238E27FC236}">
                <a16:creationId xmlns:a16="http://schemas.microsoft.com/office/drawing/2014/main" id="{D7C97596-910B-94BA-47CF-62E78E2F0CEA}"/>
              </a:ext>
            </a:extLst>
          </p:cNvPr>
          <p:cNvSpPr/>
          <p:nvPr/>
        </p:nvSpPr>
        <p:spPr>
          <a:xfrm>
            <a:off x="463301" y="2620476"/>
            <a:ext cx="1995949" cy="535493"/>
          </a:xfrm>
          <a:prstGeom prst="parallelogram">
            <a:avLst/>
          </a:prstGeom>
        </p:spPr>
        <p:style>
          <a:lnRef idx="0">
            <a:schemeClr val="accent2"/>
          </a:lnRef>
          <a:fillRef idx="3">
            <a:schemeClr val="accent2"/>
          </a:fillRef>
          <a:effectRef idx="3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ES" dirty="0"/>
              <a:t>/</a:t>
            </a:r>
            <a:r>
              <a:rPr lang="es-ES" dirty="0" err="1"/>
              <a:t>cmd_vel</a:t>
            </a:r>
            <a:endParaRPr lang="en-US" dirty="0"/>
          </a:p>
        </p:txBody>
      </p:sp>
      <p:sp>
        <p:nvSpPr>
          <p:cNvPr id="7" name="Rectangle: Rounded Corners 6">
            <a:extLst>
              <a:ext uri="{FF2B5EF4-FFF2-40B4-BE49-F238E27FC236}">
                <a16:creationId xmlns:a16="http://schemas.microsoft.com/office/drawing/2014/main" id="{0862A928-075C-A590-53A7-98ADA3F63554}"/>
              </a:ext>
            </a:extLst>
          </p:cNvPr>
          <p:cNvSpPr/>
          <p:nvPr/>
        </p:nvSpPr>
        <p:spPr>
          <a:xfrm>
            <a:off x="4400934" y="5132620"/>
            <a:ext cx="2978796" cy="535493"/>
          </a:xfrm>
          <a:prstGeom prst="roundRect">
            <a:avLst/>
          </a:prstGeom>
        </p:spPr>
        <p:style>
          <a:lnRef idx="0">
            <a:schemeClr val="accent1"/>
          </a:lnRef>
          <a:fillRef idx="3">
            <a:schemeClr val="accent1"/>
          </a:fillRef>
          <a:effectRef idx="3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ES" dirty="0" err="1"/>
              <a:t>Simulacion</a:t>
            </a:r>
            <a:r>
              <a:rPr lang="es-ES" dirty="0"/>
              <a:t> Robot</a:t>
            </a:r>
            <a:endParaRPr lang="en-US" dirty="0"/>
          </a:p>
        </p:txBody>
      </p:sp>
      <p:cxnSp>
        <p:nvCxnSpPr>
          <p:cNvPr id="8" name="Connector: Elbow 7">
            <a:extLst>
              <a:ext uri="{FF2B5EF4-FFF2-40B4-BE49-F238E27FC236}">
                <a16:creationId xmlns:a16="http://schemas.microsoft.com/office/drawing/2014/main" id="{FB24AEEA-AC34-E842-99D9-BF363E01C9A1}"/>
              </a:ext>
            </a:extLst>
          </p:cNvPr>
          <p:cNvCxnSpPr>
            <a:cxnSpLocks/>
            <a:stCxn id="7" idx="1"/>
          </p:cNvCxnSpPr>
          <p:nvPr/>
        </p:nvCxnSpPr>
        <p:spPr>
          <a:xfrm rot="10800000" flipH="1">
            <a:off x="4400934" y="3155973"/>
            <a:ext cx="717378" cy="2244395"/>
          </a:xfrm>
          <a:prstGeom prst="bentConnector4">
            <a:avLst>
              <a:gd name="adj1" fmla="val -59278"/>
              <a:gd name="adj2" fmla="val 55965"/>
            </a:avLst>
          </a:prstGeom>
          <a:ln w="57150">
            <a:solidFill>
              <a:srgbClr val="00206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" name="Connector: Elbow 8">
            <a:extLst>
              <a:ext uri="{FF2B5EF4-FFF2-40B4-BE49-F238E27FC236}">
                <a16:creationId xmlns:a16="http://schemas.microsoft.com/office/drawing/2014/main" id="{835E7AA4-CE3F-33B1-A66E-DE36A40FC672}"/>
              </a:ext>
            </a:extLst>
          </p:cNvPr>
          <p:cNvCxnSpPr>
            <a:cxnSpLocks/>
            <a:stCxn id="7" idx="3"/>
          </p:cNvCxnSpPr>
          <p:nvPr/>
        </p:nvCxnSpPr>
        <p:spPr>
          <a:xfrm flipH="1" flipV="1">
            <a:off x="6465333" y="3155972"/>
            <a:ext cx="914397" cy="2244395"/>
          </a:xfrm>
          <a:prstGeom prst="bentConnector4">
            <a:avLst>
              <a:gd name="adj1" fmla="val -63710"/>
              <a:gd name="adj2" fmla="val 55965"/>
            </a:avLst>
          </a:prstGeom>
          <a:ln w="57150">
            <a:solidFill>
              <a:srgbClr val="002060"/>
            </a:solidFill>
            <a:headEnd type="triangle" w="med" len="med"/>
            <a:tailEnd type="non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5" name="Rectangle: Rounded Corners 24">
            <a:extLst>
              <a:ext uri="{FF2B5EF4-FFF2-40B4-BE49-F238E27FC236}">
                <a16:creationId xmlns:a16="http://schemas.microsoft.com/office/drawing/2014/main" id="{3E17EAD4-2F59-A62C-2110-946B823CB4E4}"/>
              </a:ext>
            </a:extLst>
          </p:cNvPr>
          <p:cNvSpPr/>
          <p:nvPr/>
        </p:nvSpPr>
        <p:spPr>
          <a:xfrm>
            <a:off x="9615344" y="2618020"/>
            <a:ext cx="1486748" cy="535493"/>
          </a:xfrm>
          <a:prstGeom prst="roundRect">
            <a:avLst/>
          </a:prstGeom>
        </p:spPr>
        <p:style>
          <a:lnRef idx="0">
            <a:schemeClr val="accent5"/>
          </a:lnRef>
          <a:fillRef idx="3">
            <a:schemeClr val="accent5"/>
          </a:fillRef>
          <a:effectRef idx="3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ES" dirty="0" err="1"/>
              <a:t>odom</a:t>
            </a:r>
            <a:endParaRPr lang="en-US" dirty="0"/>
          </a:p>
        </p:txBody>
      </p:sp>
      <p:sp>
        <p:nvSpPr>
          <p:cNvPr id="26" name="Rectangle: Rounded Corners 25">
            <a:extLst>
              <a:ext uri="{FF2B5EF4-FFF2-40B4-BE49-F238E27FC236}">
                <a16:creationId xmlns:a16="http://schemas.microsoft.com/office/drawing/2014/main" id="{3D1FDEDB-769C-8497-F792-2C12BA200A6F}"/>
              </a:ext>
            </a:extLst>
          </p:cNvPr>
          <p:cNvSpPr/>
          <p:nvPr/>
        </p:nvSpPr>
        <p:spPr>
          <a:xfrm>
            <a:off x="9615344" y="683524"/>
            <a:ext cx="1486748" cy="535493"/>
          </a:xfrm>
          <a:prstGeom prst="roundRect">
            <a:avLst/>
          </a:prstGeom>
        </p:spPr>
        <p:style>
          <a:lnRef idx="0">
            <a:schemeClr val="accent5"/>
          </a:lnRef>
          <a:fillRef idx="3">
            <a:schemeClr val="accent5"/>
          </a:fillRef>
          <a:effectRef idx="3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ES" dirty="0" err="1"/>
              <a:t>base_link</a:t>
            </a:r>
            <a:endParaRPr lang="en-US" dirty="0"/>
          </a:p>
        </p:txBody>
      </p:sp>
      <p:cxnSp>
        <p:nvCxnSpPr>
          <p:cNvPr id="28" name="Connector: Elbow 27">
            <a:extLst>
              <a:ext uri="{FF2B5EF4-FFF2-40B4-BE49-F238E27FC236}">
                <a16:creationId xmlns:a16="http://schemas.microsoft.com/office/drawing/2014/main" id="{0C477088-5D67-B906-FD9E-511535997243}"/>
              </a:ext>
            </a:extLst>
          </p:cNvPr>
          <p:cNvCxnSpPr>
            <a:cxnSpLocks/>
            <a:stCxn id="25" idx="0"/>
            <a:endCxn id="26" idx="2"/>
          </p:cNvCxnSpPr>
          <p:nvPr/>
        </p:nvCxnSpPr>
        <p:spPr>
          <a:xfrm rot="5400000" flipH="1" flipV="1">
            <a:off x="9659217" y="1918519"/>
            <a:ext cx="1399003" cy="12700"/>
          </a:xfrm>
          <a:prstGeom prst="bentConnector3">
            <a:avLst>
              <a:gd name="adj1" fmla="val 50000"/>
            </a:avLst>
          </a:prstGeom>
          <a:ln w="57150">
            <a:solidFill>
              <a:schemeClr val="accent5">
                <a:lumMod val="50000"/>
              </a:schemeClr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1026" name="Picture 2">
            <a:extLst>
              <a:ext uri="{FF2B5EF4-FFF2-40B4-BE49-F238E27FC236}">
                <a16:creationId xmlns:a16="http://schemas.microsoft.com/office/drawing/2014/main" id="{0026E4F5-0211-5D81-EC09-8626AEF3E51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704250" y="1034910"/>
            <a:ext cx="696683" cy="100094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7" name="Rectangle: Rounded Corners 36">
            <a:extLst>
              <a:ext uri="{FF2B5EF4-FFF2-40B4-BE49-F238E27FC236}">
                <a16:creationId xmlns:a16="http://schemas.microsoft.com/office/drawing/2014/main" id="{AC71BC2C-E5F4-1D24-BF7C-F6466630A1FE}"/>
              </a:ext>
            </a:extLst>
          </p:cNvPr>
          <p:cNvSpPr/>
          <p:nvPr/>
        </p:nvSpPr>
        <p:spPr>
          <a:xfrm>
            <a:off x="3269845" y="683524"/>
            <a:ext cx="5201265" cy="5638614"/>
          </a:xfrm>
          <a:prstGeom prst="roundRect">
            <a:avLst/>
          </a:prstGeom>
          <a:noFill/>
          <a:ln w="76200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10" name="Connector: Elbow 9">
            <a:extLst>
              <a:ext uri="{FF2B5EF4-FFF2-40B4-BE49-F238E27FC236}">
                <a16:creationId xmlns:a16="http://schemas.microsoft.com/office/drawing/2014/main" id="{697251BB-187A-F7F6-6DB9-C3D229AE71A7}"/>
              </a:ext>
            </a:extLst>
          </p:cNvPr>
          <p:cNvCxnSpPr>
            <a:cxnSpLocks/>
            <a:stCxn id="5" idx="2"/>
            <a:endCxn id="4" idx="1"/>
          </p:cNvCxnSpPr>
          <p:nvPr/>
        </p:nvCxnSpPr>
        <p:spPr>
          <a:xfrm>
            <a:off x="2392313" y="2888223"/>
            <a:ext cx="2185602" cy="3"/>
          </a:xfrm>
          <a:prstGeom prst="bentConnector3">
            <a:avLst>
              <a:gd name="adj1" fmla="val 50000"/>
            </a:avLst>
          </a:prstGeom>
          <a:ln w="57150">
            <a:solidFill>
              <a:srgbClr val="00206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" name="Connector: Elbow 10">
            <a:extLst>
              <a:ext uri="{FF2B5EF4-FFF2-40B4-BE49-F238E27FC236}">
                <a16:creationId xmlns:a16="http://schemas.microsoft.com/office/drawing/2014/main" id="{F4FCF142-BFA1-53E6-C512-14311072E6F3}"/>
              </a:ext>
            </a:extLst>
          </p:cNvPr>
          <p:cNvCxnSpPr>
            <a:cxnSpLocks/>
            <a:stCxn id="4" idx="3"/>
            <a:endCxn id="25" idx="1"/>
          </p:cNvCxnSpPr>
          <p:nvPr/>
        </p:nvCxnSpPr>
        <p:spPr>
          <a:xfrm flipV="1">
            <a:off x="7192917" y="2885767"/>
            <a:ext cx="2422427" cy="2459"/>
          </a:xfrm>
          <a:prstGeom prst="bentConnector3">
            <a:avLst>
              <a:gd name="adj1" fmla="val 50000"/>
            </a:avLst>
          </a:prstGeom>
          <a:ln w="57150">
            <a:solidFill>
              <a:schemeClr val="accent5">
                <a:lumMod val="50000"/>
              </a:schemeClr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875107331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15</TotalTime>
  <Words>18</Words>
  <Application>Microsoft Office PowerPoint</Application>
  <PresentationFormat>Widescreen</PresentationFormat>
  <Paragraphs>6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5" baseType="lpstr">
      <vt:lpstr>Aptos</vt:lpstr>
      <vt:lpstr>Aptos Display</vt:lpstr>
      <vt:lpstr>Arial</vt:lpstr>
      <vt:lpstr>Office Theme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Sebastian Alexis Valderas Neculqueo</dc:creator>
  <cp:lastModifiedBy>Sebastian Alexis Valderas Neculqueo</cp:lastModifiedBy>
  <cp:revision>4</cp:revision>
  <dcterms:created xsi:type="dcterms:W3CDTF">2025-10-19T19:53:38Z</dcterms:created>
  <dcterms:modified xsi:type="dcterms:W3CDTF">2025-10-19T20:09:22Z</dcterms:modified>
</cp:coreProperties>
</file>