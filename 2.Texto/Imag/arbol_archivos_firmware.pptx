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6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25810-7643-406C-8F71-F4EE206E9E5E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A00B0-CBF0-4FFC-8230-E6650D374D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73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A00B0-CBF0-4FFC-8230-E6650D374DF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95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1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856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74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85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6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141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3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6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58BFF-8925-4948-A40B-5B93FDF3ED5D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9092DE-529D-44E2-8FC1-F9AB57FA22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674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489B1-7C49-8B2D-D8A3-65A8D840D4F7}"/>
              </a:ext>
            </a:extLst>
          </p:cNvPr>
          <p:cNvSpPr/>
          <p:nvPr/>
        </p:nvSpPr>
        <p:spPr>
          <a:xfrm>
            <a:off x="69598" y="92375"/>
            <a:ext cx="2221317" cy="54864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accent2"/>
                </a:solidFill>
              </a:rPr>
              <a:t>ROSArduinoBridge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CA1B0-1F64-F3D4-EEE6-31332AD0477E}"/>
              </a:ext>
            </a:extLst>
          </p:cNvPr>
          <p:cNvSpPr/>
          <p:nvPr/>
        </p:nvSpPr>
        <p:spPr>
          <a:xfrm>
            <a:off x="1474834" y="1605217"/>
            <a:ext cx="2619642" cy="54864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err="1"/>
              <a:t>commands.h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BDB72-2D69-A575-8662-BF4F30A756B6}"/>
              </a:ext>
            </a:extLst>
          </p:cNvPr>
          <p:cNvSpPr/>
          <p:nvPr/>
        </p:nvSpPr>
        <p:spPr>
          <a:xfrm>
            <a:off x="1474834" y="2359200"/>
            <a:ext cx="2619642" cy="54864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bg1"/>
              </a:buClr>
              <a:buFont typeface="Aptos" panose="020B0004020202020204" pitchFamily="34" charset="0"/>
              <a:buChar char="Δ"/>
            </a:pPr>
            <a:r>
              <a:rPr lang="en-US" sz="1600" dirty="0" err="1"/>
              <a:t>diff_controller.h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BE810B-8C7A-152F-65AC-A25528D6D73A}"/>
              </a:ext>
            </a:extLst>
          </p:cNvPr>
          <p:cNvSpPr/>
          <p:nvPr/>
        </p:nvSpPr>
        <p:spPr>
          <a:xfrm>
            <a:off x="1474833" y="3113183"/>
            <a:ext cx="2619642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bg1"/>
              </a:buClr>
              <a:buFont typeface="Aptos" panose="020B0004020202020204" pitchFamily="34" charset="0"/>
              <a:buChar char="◊"/>
            </a:pPr>
            <a:r>
              <a:rPr lang="en-US" sz="1600" dirty="0" err="1"/>
              <a:t>encoder_driver.h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78FD0-0814-7AFF-27FD-70F274825EE2}"/>
              </a:ext>
            </a:extLst>
          </p:cNvPr>
          <p:cNvSpPr/>
          <p:nvPr/>
        </p:nvSpPr>
        <p:spPr>
          <a:xfrm>
            <a:off x="1474834" y="3867166"/>
            <a:ext cx="2619642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bg1"/>
              </a:buClr>
              <a:buFont typeface="Aptos" panose="020B0004020202020204" pitchFamily="34" charset="0"/>
              <a:buChar char="◊"/>
            </a:pPr>
            <a:r>
              <a:rPr lang="en-US" sz="1600" dirty="0" err="1"/>
              <a:t>encoder_driver.ino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0F31A5-F09E-3C9B-D518-CBB03E4993FA}"/>
              </a:ext>
            </a:extLst>
          </p:cNvPr>
          <p:cNvSpPr/>
          <p:nvPr/>
        </p:nvSpPr>
        <p:spPr>
          <a:xfrm>
            <a:off x="1474838" y="848796"/>
            <a:ext cx="2619642" cy="5486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ROSArduinoBridge.ino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972EA8-C6E5-654F-B79A-5D521D04B8AD}"/>
              </a:ext>
            </a:extLst>
          </p:cNvPr>
          <p:cNvSpPr/>
          <p:nvPr/>
        </p:nvSpPr>
        <p:spPr>
          <a:xfrm>
            <a:off x="1474834" y="4621149"/>
            <a:ext cx="2619642" cy="5486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motor_driver.h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F29A4E-45D5-8D50-FD79-3473E9973A6E}"/>
              </a:ext>
            </a:extLst>
          </p:cNvPr>
          <p:cNvSpPr/>
          <p:nvPr/>
        </p:nvSpPr>
        <p:spPr>
          <a:xfrm>
            <a:off x="1474833" y="5375132"/>
            <a:ext cx="2619642" cy="5486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motor_driver.ino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911174-D36D-BC93-FF4E-CCD8A8D22D96}"/>
              </a:ext>
            </a:extLst>
          </p:cNvPr>
          <p:cNvSpPr/>
          <p:nvPr/>
        </p:nvSpPr>
        <p:spPr>
          <a:xfrm>
            <a:off x="4614394" y="6144112"/>
            <a:ext cx="1035332" cy="2803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000" dirty="0"/>
              <a:t>Principal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C1885-322C-4277-CA1F-AD83B488E001}"/>
              </a:ext>
            </a:extLst>
          </p:cNvPr>
          <p:cNvSpPr/>
          <p:nvPr/>
        </p:nvSpPr>
        <p:spPr>
          <a:xfrm>
            <a:off x="5880780" y="6144112"/>
            <a:ext cx="1137597" cy="28038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000" dirty="0" err="1"/>
              <a:t>Comandos</a:t>
            </a:r>
            <a:endParaRPr lang="en-US" sz="1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5AC58A-666D-BA48-DDE3-7990E1DA5FB7}"/>
              </a:ext>
            </a:extLst>
          </p:cNvPr>
          <p:cNvSpPr/>
          <p:nvPr/>
        </p:nvSpPr>
        <p:spPr>
          <a:xfrm>
            <a:off x="7249431" y="6144112"/>
            <a:ext cx="1137597" cy="27500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bg1"/>
              </a:buClr>
              <a:buFont typeface="Aptos" panose="020B0004020202020204" pitchFamily="34" charset="0"/>
              <a:buChar char="Δ"/>
            </a:pPr>
            <a:r>
              <a:rPr lang="en-US" sz="1000" dirty="0"/>
              <a:t>Control PID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112382-613B-C5A8-AA18-21970818457A}"/>
              </a:ext>
            </a:extLst>
          </p:cNvPr>
          <p:cNvSpPr/>
          <p:nvPr/>
        </p:nvSpPr>
        <p:spPr>
          <a:xfrm>
            <a:off x="4614394" y="6451779"/>
            <a:ext cx="1035332" cy="28038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bg1"/>
              </a:buClr>
              <a:buFont typeface="Aptos" panose="020B0004020202020204" pitchFamily="34" charset="0"/>
              <a:buChar char="◊"/>
            </a:pPr>
            <a:r>
              <a:rPr lang="es-ES" sz="1000" dirty="0"/>
              <a:t>E</a:t>
            </a:r>
            <a:r>
              <a:rPr lang="en-US" sz="1000" dirty="0" err="1"/>
              <a:t>ncoders</a:t>
            </a:r>
            <a:endParaRPr lang="en-US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193E70-B5A9-A451-C242-740FF9401C5B}"/>
              </a:ext>
            </a:extLst>
          </p:cNvPr>
          <p:cNvSpPr/>
          <p:nvPr/>
        </p:nvSpPr>
        <p:spPr>
          <a:xfrm>
            <a:off x="5880780" y="6451779"/>
            <a:ext cx="1137597" cy="28038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Motores</a:t>
            </a:r>
            <a:endParaRPr lang="en-US" sz="1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FB622A8-AB2A-DDDA-19A9-DD3FDF685779}"/>
              </a:ext>
            </a:extLst>
          </p:cNvPr>
          <p:cNvSpPr/>
          <p:nvPr/>
        </p:nvSpPr>
        <p:spPr>
          <a:xfrm>
            <a:off x="3636570" y="6037507"/>
            <a:ext cx="5204460" cy="762714"/>
          </a:xfrm>
          <a:prstGeom prst="roundRect">
            <a:avLst>
              <a:gd name="adj" fmla="val 6676"/>
            </a:avLst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B79DCC-3906-CE85-A3E2-AD6301255A52}"/>
              </a:ext>
            </a:extLst>
          </p:cNvPr>
          <p:cNvSpPr txBox="1"/>
          <p:nvPr/>
        </p:nvSpPr>
        <p:spPr>
          <a:xfrm>
            <a:off x="3886221" y="6295468"/>
            <a:ext cx="728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/>
              <a:t>Roles:</a:t>
            </a:r>
            <a:endParaRPr lang="en-US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5D0EF-B9BF-0276-8E62-34B508F4EC15}"/>
              </a:ext>
            </a:extLst>
          </p:cNvPr>
          <p:cNvSpPr txBox="1"/>
          <p:nvPr/>
        </p:nvSpPr>
        <p:spPr>
          <a:xfrm>
            <a:off x="915162" y="6107420"/>
            <a:ext cx="1987945" cy="60016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s-ES" sz="1100" b="1" dirty="0"/>
              <a:t>Extensiones: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.</a:t>
            </a:r>
            <a:r>
              <a:rPr lang="es-ES" sz="1100" dirty="0" err="1"/>
              <a:t>ino</a:t>
            </a:r>
            <a:r>
              <a:rPr lang="es-ES" sz="1100" dirty="0"/>
              <a:t>: Programa Arduino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.h: Cabecera C/C++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95D199-F367-7B73-41F8-BE171CA9C53A}"/>
              </a:ext>
            </a:extLst>
          </p:cNvPr>
          <p:cNvSpPr/>
          <p:nvPr/>
        </p:nvSpPr>
        <p:spPr>
          <a:xfrm>
            <a:off x="756972" y="6026145"/>
            <a:ext cx="2221317" cy="762714"/>
          </a:xfrm>
          <a:prstGeom prst="roundRect">
            <a:avLst>
              <a:gd name="adj" fmla="val 6676"/>
            </a:avLst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95FC56-90FD-E5C9-BBF3-B72BEDDC27DE}"/>
              </a:ext>
            </a:extLst>
          </p:cNvPr>
          <p:cNvCxnSpPr>
            <a:cxnSpLocks/>
          </p:cNvCxnSpPr>
          <p:nvPr/>
        </p:nvCxnSpPr>
        <p:spPr>
          <a:xfrm>
            <a:off x="406400" y="641015"/>
            <a:ext cx="0" cy="50187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580B47-ACA2-8844-2A04-2CC9CE6C6DA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06400" y="1123116"/>
            <a:ext cx="1068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1404154-91A8-071F-8E90-1456556DA4E8}"/>
              </a:ext>
            </a:extLst>
          </p:cNvPr>
          <p:cNvCxnSpPr>
            <a:cxnSpLocks/>
          </p:cNvCxnSpPr>
          <p:nvPr/>
        </p:nvCxnSpPr>
        <p:spPr>
          <a:xfrm flipH="1">
            <a:off x="406400" y="1897308"/>
            <a:ext cx="1068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59029C-75AE-F3BF-DDD1-9CBA339364F8}"/>
              </a:ext>
            </a:extLst>
          </p:cNvPr>
          <p:cNvCxnSpPr>
            <a:cxnSpLocks/>
          </p:cNvCxnSpPr>
          <p:nvPr/>
        </p:nvCxnSpPr>
        <p:spPr>
          <a:xfrm flipH="1">
            <a:off x="406400" y="2628828"/>
            <a:ext cx="1068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3D7CBF-374E-0849-BFA7-530B54E1464A}"/>
              </a:ext>
            </a:extLst>
          </p:cNvPr>
          <p:cNvCxnSpPr>
            <a:cxnSpLocks/>
          </p:cNvCxnSpPr>
          <p:nvPr/>
        </p:nvCxnSpPr>
        <p:spPr>
          <a:xfrm flipH="1">
            <a:off x="406400" y="3396924"/>
            <a:ext cx="1068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CA7636-1190-A446-67E1-8038F1BCA5B9}"/>
              </a:ext>
            </a:extLst>
          </p:cNvPr>
          <p:cNvCxnSpPr>
            <a:cxnSpLocks/>
          </p:cNvCxnSpPr>
          <p:nvPr/>
        </p:nvCxnSpPr>
        <p:spPr>
          <a:xfrm flipH="1">
            <a:off x="406400" y="4171116"/>
            <a:ext cx="1068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BAAEFB6-9AD0-C09E-9162-886E29B29A93}"/>
              </a:ext>
            </a:extLst>
          </p:cNvPr>
          <p:cNvCxnSpPr>
            <a:cxnSpLocks/>
          </p:cNvCxnSpPr>
          <p:nvPr/>
        </p:nvCxnSpPr>
        <p:spPr>
          <a:xfrm flipH="1">
            <a:off x="406400" y="4902636"/>
            <a:ext cx="1068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BCBC26-F98E-6890-2153-27427EF08316}"/>
              </a:ext>
            </a:extLst>
          </p:cNvPr>
          <p:cNvCxnSpPr>
            <a:cxnSpLocks/>
          </p:cNvCxnSpPr>
          <p:nvPr/>
        </p:nvCxnSpPr>
        <p:spPr>
          <a:xfrm flipH="1">
            <a:off x="406400" y="5646348"/>
            <a:ext cx="1068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5AE07F6-5B4E-A909-765E-9A3DBA57AADE}"/>
              </a:ext>
            </a:extLst>
          </p:cNvPr>
          <p:cNvSpPr/>
          <p:nvPr/>
        </p:nvSpPr>
        <p:spPr>
          <a:xfrm>
            <a:off x="4570958" y="848796"/>
            <a:ext cx="4369841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600" noProof="0" dirty="0"/>
              <a:t>Programa principal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E1649F-36A8-BE7A-5607-5DDC0F371A85}"/>
              </a:ext>
            </a:extLst>
          </p:cNvPr>
          <p:cNvSpPr/>
          <p:nvPr/>
        </p:nvSpPr>
        <p:spPr>
          <a:xfrm>
            <a:off x="4570957" y="1605217"/>
            <a:ext cx="4369841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600" noProof="0" dirty="0"/>
              <a:t>Define 15 comandos serial de acción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041A63-AB38-4B56-CD70-E724691FA748}"/>
              </a:ext>
            </a:extLst>
          </p:cNvPr>
          <p:cNvSpPr/>
          <p:nvPr/>
        </p:nvSpPr>
        <p:spPr>
          <a:xfrm>
            <a:off x="4570957" y="2359200"/>
            <a:ext cx="4369841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/>
              <a:t>Estructura del PID y funciones de control</a:t>
            </a:r>
            <a:endParaRPr lang="en-US" sz="16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86C32B-6B92-B22F-B7C9-500E84D1081B}"/>
              </a:ext>
            </a:extLst>
          </p:cNvPr>
          <p:cNvSpPr/>
          <p:nvPr/>
        </p:nvSpPr>
        <p:spPr>
          <a:xfrm>
            <a:off x="4570957" y="3113183"/>
            <a:ext cx="4369841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/>
              <a:t>Definición de pines para los </a:t>
            </a:r>
            <a:r>
              <a:rPr lang="es-ES" sz="1600" dirty="0" err="1"/>
              <a:t>encoders</a:t>
            </a:r>
            <a:endParaRPr lang="en-US" sz="16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760D16-7DC4-8779-253B-7B8C5EFBCF23}"/>
              </a:ext>
            </a:extLst>
          </p:cNvPr>
          <p:cNvSpPr/>
          <p:nvPr/>
        </p:nvSpPr>
        <p:spPr>
          <a:xfrm>
            <a:off x="4570957" y="3867166"/>
            <a:ext cx="4369841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/>
              <a:t>Decodificación de cuadratura mediante ISR y tabla de estados</a:t>
            </a:r>
            <a:endParaRPr lang="en-US" sz="16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44891D-B693-B640-4631-F043F17D60FD}"/>
              </a:ext>
            </a:extLst>
          </p:cNvPr>
          <p:cNvSpPr/>
          <p:nvPr/>
        </p:nvSpPr>
        <p:spPr>
          <a:xfrm>
            <a:off x="4570957" y="4621149"/>
            <a:ext cx="4369841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/>
              <a:t>Definición de pines para L298N</a:t>
            </a:r>
            <a:endParaRPr lang="en-US" sz="16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7A1B73-5210-5E5E-107A-5456C3E68763}"/>
              </a:ext>
            </a:extLst>
          </p:cNvPr>
          <p:cNvSpPr/>
          <p:nvPr/>
        </p:nvSpPr>
        <p:spPr>
          <a:xfrm>
            <a:off x="4570957" y="5375132"/>
            <a:ext cx="4369841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/>
              <a:t>Control de dirección y PWM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821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97</Words>
  <Application>Microsoft Office PowerPoint</Application>
  <PresentationFormat>On-screen Show (4:3)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Alexis Valderas Neculqueo</dc:creator>
  <cp:lastModifiedBy>Sebastian Alexis Valderas Neculqueo</cp:lastModifiedBy>
  <cp:revision>1</cp:revision>
  <dcterms:created xsi:type="dcterms:W3CDTF">2026-03-07T22:41:36Z</dcterms:created>
  <dcterms:modified xsi:type="dcterms:W3CDTF">2026-03-07T23:27:21Z</dcterms:modified>
</cp:coreProperties>
</file>