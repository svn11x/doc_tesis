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3076238" cy="22585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4660"/>
  </p:normalViewPr>
  <p:slideViewPr>
    <p:cSldViewPr snapToGrid="0">
      <p:cViewPr varScale="1">
        <p:scale>
          <a:sx n="24" d="100"/>
          <a:sy n="24" d="100"/>
        </p:scale>
        <p:origin x="33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0718" y="3696264"/>
            <a:ext cx="11114802" cy="7863052"/>
          </a:xfrm>
        </p:spPr>
        <p:txBody>
          <a:bodyPr anchor="b"/>
          <a:lstStyle>
            <a:lvl1pPr algn="ctr">
              <a:defRPr sz="85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4530" y="11862545"/>
            <a:ext cx="9807179" cy="5452900"/>
          </a:xfrm>
        </p:spPr>
        <p:txBody>
          <a:bodyPr/>
          <a:lstStyle>
            <a:lvl1pPr marL="0" indent="0" algn="ctr">
              <a:buNone/>
              <a:defRPr sz="3432"/>
            </a:lvl1pPr>
            <a:lvl2pPr marL="653796" indent="0" algn="ctr">
              <a:buNone/>
              <a:defRPr sz="2860"/>
            </a:lvl2pPr>
            <a:lvl3pPr marL="1307592" indent="0" algn="ctr">
              <a:buNone/>
              <a:defRPr sz="2574"/>
            </a:lvl3pPr>
            <a:lvl4pPr marL="1961388" indent="0" algn="ctr">
              <a:buNone/>
              <a:defRPr sz="2288"/>
            </a:lvl4pPr>
            <a:lvl5pPr marL="2615184" indent="0" algn="ctr">
              <a:buNone/>
              <a:defRPr sz="2288"/>
            </a:lvl5pPr>
            <a:lvl6pPr marL="3268980" indent="0" algn="ctr">
              <a:buNone/>
              <a:defRPr sz="2288"/>
            </a:lvl6pPr>
            <a:lvl7pPr marL="3922776" indent="0" algn="ctr">
              <a:buNone/>
              <a:defRPr sz="2288"/>
            </a:lvl7pPr>
            <a:lvl8pPr marL="4576572" indent="0" algn="ctr">
              <a:buNone/>
              <a:defRPr sz="2288"/>
            </a:lvl8pPr>
            <a:lvl9pPr marL="5230368" indent="0" algn="ctr">
              <a:buNone/>
              <a:defRPr sz="22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4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7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182" y="5630663"/>
            <a:ext cx="11278255" cy="9394882"/>
          </a:xfrm>
        </p:spPr>
        <p:txBody>
          <a:bodyPr anchor="b"/>
          <a:lstStyle>
            <a:lvl1pPr>
              <a:defRPr sz="85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182" y="15114424"/>
            <a:ext cx="11278255" cy="4940547"/>
          </a:xfrm>
        </p:spPr>
        <p:txBody>
          <a:bodyPr/>
          <a:lstStyle>
            <a:lvl1pPr marL="0" indent="0">
              <a:buNone/>
              <a:defRPr sz="3432">
                <a:solidFill>
                  <a:schemeClr val="tx1">
                    <a:tint val="82000"/>
                  </a:schemeClr>
                </a:solidFill>
              </a:defRPr>
            </a:lvl1pPr>
            <a:lvl2pPr marL="653796" indent="0">
              <a:buNone/>
              <a:defRPr sz="2860">
                <a:solidFill>
                  <a:schemeClr val="tx1">
                    <a:tint val="82000"/>
                  </a:schemeClr>
                </a:solidFill>
              </a:defRPr>
            </a:lvl2pPr>
            <a:lvl3pPr marL="1307592" indent="0">
              <a:buNone/>
              <a:defRPr sz="2574">
                <a:solidFill>
                  <a:schemeClr val="tx1">
                    <a:tint val="82000"/>
                  </a:schemeClr>
                </a:solidFill>
              </a:defRPr>
            </a:lvl3pPr>
            <a:lvl4pPr marL="1961388" indent="0">
              <a:buNone/>
              <a:defRPr sz="2288">
                <a:solidFill>
                  <a:schemeClr val="tx1">
                    <a:tint val="82000"/>
                  </a:schemeClr>
                </a:solidFill>
              </a:defRPr>
            </a:lvl4pPr>
            <a:lvl5pPr marL="2615184" indent="0">
              <a:buNone/>
              <a:defRPr sz="2288">
                <a:solidFill>
                  <a:schemeClr val="tx1">
                    <a:tint val="82000"/>
                  </a:schemeClr>
                </a:solidFill>
              </a:defRPr>
            </a:lvl5pPr>
            <a:lvl6pPr marL="3268980" indent="0">
              <a:buNone/>
              <a:defRPr sz="2288">
                <a:solidFill>
                  <a:schemeClr val="tx1">
                    <a:tint val="82000"/>
                  </a:schemeClr>
                </a:solidFill>
              </a:defRPr>
            </a:lvl6pPr>
            <a:lvl7pPr marL="3922776" indent="0">
              <a:buNone/>
              <a:defRPr sz="2288">
                <a:solidFill>
                  <a:schemeClr val="tx1">
                    <a:tint val="82000"/>
                  </a:schemeClr>
                </a:solidFill>
              </a:defRPr>
            </a:lvl7pPr>
            <a:lvl8pPr marL="4576572" indent="0">
              <a:buNone/>
              <a:defRPr sz="2288">
                <a:solidFill>
                  <a:schemeClr val="tx1">
                    <a:tint val="82000"/>
                  </a:schemeClr>
                </a:solidFill>
              </a:defRPr>
            </a:lvl8pPr>
            <a:lvl9pPr marL="5230368" indent="0">
              <a:buNone/>
              <a:defRPr sz="22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7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8991" y="6012307"/>
            <a:ext cx="5557401" cy="14330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9846" y="6012307"/>
            <a:ext cx="5557401" cy="14330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1202466"/>
            <a:ext cx="11278255" cy="43654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696" y="5536552"/>
            <a:ext cx="5531861" cy="2713379"/>
          </a:xfrm>
        </p:spPr>
        <p:txBody>
          <a:bodyPr anchor="b"/>
          <a:lstStyle>
            <a:lvl1pPr marL="0" indent="0">
              <a:buNone/>
              <a:defRPr sz="3432" b="1"/>
            </a:lvl1pPr>
            <a:lvl2pPr marL="653796" indent="0">
              <a:buNone/>
              <a:defRPr sz="2860" b="1"/>
            </a:lvl2pPr>
            <a:lvl3pPr marL="1307592" indent="0">
              <a:buNone/>
              <a:defRPr sz="2574" b="1"/>
            </a:lvl3pPr>
            <a:lvl4pPr marL="1961388" indent="0">
              <a:buNone/>
              <a:defRPr sz="2288" b="1"/>
            </a:lvl4pPr>
            <a:lvl5pPr marL="2615184" indent="0">
              <a:buNone/>
              <a:defRPr sz="2288" b="1"/>
            </a:lvl5pPr>
            <a:lvl6pPr marL="3268980" indent="0">
              <a:buNone/>
              <a:defRPr sz="2288" b="1"/>
            </a:lvl6pPr>
            <a:lvl7pPr marL="3922776" indent="0">
              <a:buNone/>
              <a:defRPr sz="2288" b="1"/>
            </a:lvl7pPr>
            <a:lvl8pPr marL="4576572" indent="0">
              <a:buNone/>
              <a:defRPr sz="2288" b="1"/>
            </a:lvl8pPr>
            <a:lvl9pPr marL="5230368" indent="0">
              <a:buNone/>
              <a:defRPr sz="22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0696" y="8249931"/>
            <a:ext cx="5531861" cy="12134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19846" y="5536552"/>
            <a:ext cx="5559104" cy="2713379"/>
          </a:xfrm>
        </p:spPr>
        <p:txBody>
          <a:bodyPr anchor="b"/>
          <a:lstStyle>
            <a:lvl1pPr marL="0" indent="0">
              <a:buNone/>
              <a:defRPr sz="3432" b="1"/>
            </a:lvl1pPr>
            <a:lvl2pPr marL="653796" indent="0">
              <a:buNone/>
              <a:defRPr sz="2860" b="1"/>
            </a:lvl2pPr>
            <a:lvl3pPr marL="1307592" indent="0">
              <a:buNone/>
              <a:defRPr sz="2574" b="1"/>
            </a:lvl3pPr>
            <a:lvl4pPr marL="1961388" indent="0">
              <a:buNone/>
              <a:defRPr sz="2288" b="1"/>
            </a:lvl4pPr>
            <a:lvl5pPr marL="2615184" indent="0">
              <a:buNone/>
              <a:defRPr sz="2288" b="1"/>
            </a:lvl5pPr>
            <a:lvl6pPr marL="3268980" indent="0">
              <a:buNone/>
              <a:defRPr sz="2288" b="1"/>
            </a:lvl6pPr>
            <a:lvl7pPr marL="3922776" indent="0">
              <a:buNone/>
              <a:defRPr sz="2288" b="1"/>
            </a:lvl7pPr>
            <a:lvl8pPr marL="4576572" indent="0">
              <a:buNone/>
              <a:defRPr sz="2288" b="1"/>
            </a:lvl8pPr>
            <a:lvl9pPr marL="5230368" indent="0">
              <a:buNone/>
              <a:defRPr sz="22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19846" y="8249931"/>
            <a:ext cx="5559104" cy="12134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0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5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1505691"/>
            <a:ext cx="4217427" cy="5269918"/>
          </a:xfrm>
        </p:spPr>
        <p:txBody>
          <a:bodyPr anchor="b"/>
          <a:lstStyle>
            <a:lvl1pPr>
              <a:defRPr sz="45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9105" y="3251879"/>
            <a:ext cx="6619845" cy="16050246"/>
          </a:xfrm>
        </p:spPr>
        <p:txBody>
          <a:bodyPr/>
          <a:lstStyle>
            <a:lvl1pPr>
              <a:defRPr sz="4576"/>
            </a:lvl1pPr>
            <a:lvl2pPr>
              <a:defRPr sz="4004"/>
            </a:lvl2pPr>
            <a:lvl3pPr>
              <a:defRPr sz="3432"/>
            </a:lvl3pPr>
            <a:lvl4pPr>
              <a:defRPr sz="2860"/>
            </a:lvl4pPr>
            <a:lvl5pPr>
              <a:defRPr sz="2860"/>
            </a:lvl5pPr>
            <a:lvl6pPr>
              <a:defRPr sz="2860"/>
            </a:lvl6pPr>
            <a:lvl7pPr>
              <a:defRPr sz="2860"/>
            </a:lvl7pPr>
            <a:lvl8pPr>
              <a:defRPr sz="2860"/>
            </a:lvl8pPr>
            <a:lvl9pPr>
              <a:defRPr sz="28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695" y="6775609"/>
            <a:ext cx="4217427" cy="12552654"/>
          </a:xfrm>
        </p:spPr>
        <p:txBody>
          <a:bodyPr/>
          <a:lstStyle>
            <a:lvl1pPr marL="0" indent="0">
              <a:buNone/>
              <a:defRPr sz="2288"/>
            </a:lvl1pPr>
            <a:lvl2pPr marL="653796" indent="0">
              <a:buNone/>
              <a:defRPr sz="2002"/>
            </a:lvl2pPr>
            <a:lvl3pPr marL="1307592" indent="0">
              <a:buNone/>
              <a:defRPr sz="1716"/>
            </a:lvl3pPr>
            <a:lvl4pPr marL="1961388" indent="0">
              <a:buNone/>
              <a:defRPr sz="1430"/>
            </a:lvl4pPr>
            <a:lvl5pPr marL="2615184" indent="0">
              <a:buNone/>
              <a:defRPr sz="1430"/>
            </a:lvl5pPr>
            <a:lvl6pPr marL="3268980" indent="0">
              <a:buNone/>
              <a:defRPr sz="1430"/>
            </a:lvl6pPr>
            <a:lvl7pPr marL="3922776" indent="0">
              <a:buNone/>
              <a:defRPr sz="1430"/>
            </a:lvl7pPr>
            <a:lvl8pPr marL="4576572" indent="0">
              <a:buNone/>
              <a:defRPr sz="1430"/>
            </a:lvl8pPr>
            <a:lvl9pPr marL="5230368" indent="0">
              <a:buNone/>
              <a:defRPr sz="14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1505691"/>
            <a:ext cx="4217427" cy="5269918"/>
          </a:xfrm>
        </p:spPr>
        <p:txBody>
          <a:bodyPr anchor="b"/>
          <a:lstStyle>
            <a:lvl1pPr>
              <a:defRPr sz="45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59105" y="3251879"/>
            <a:ext cx="6619845" cy="16050246"/>
          </a:xfrm>
        </p:spPr>
        <p:txBody>
          <a:bodyPr anchor="t"/>
          <a:lstStyle>
            <a:lvl1pPr marL="0" indent="0">
              <a:buNone/>
              <a:defRPr sz="4576"/>
            </a:lvl1pPr>
            <a:lvl2pPr marL="653796" indent="0">
              <a:buNone/>
              <a:defRPr sz="4004"/>
            </a:lvl2pPr>
            <a:lvl3pPr marL="1307592" indent="0">
              <a:buNone/>
              <a:defRPr sz="3432"/>
            </a:lvl3pPr>
            <a:lvl4pPr marL="1961388" indent="0">
              <a:buNone/>
              <a:defRPr sz="2860"/>
            </a:lvl4pPr>
            <a:lvl5pPr marL="2615184" indent="0">
              <a:buNone/>
              <a:defRPr sz="2860"/>
            </a:lvl5pPr>
            <a:lvl6pPr marL="3268980" indent="0">
              <a:buNone/>
              <a:defRPr sz="2860"/>
            </a:lvl6pPr>
            <a:lvl7pPr marL="3922776" indent="0">
              <a:buNone/>
              <a:defRPr sz="2860"/>
            </a:lvl7pPr>
            <a:lvl8pPr marL="4576572" indent="0">
              <a:buNone/>
              <a:defRPr sz="2860"/>
            </a:lvl8pPr>
            <a:lvl9pPr marL="5230368" indent="0">
              <a:buNone/>
              <a:defRPr sz="28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695" y="6775609"/>
            <a:ext cx="4217427" cy="12552654"/>
          </a:xfrm>
        </p:spPr>
        <p:txBody>
          <a:bodyPr/>
          <a:lstStyle>
            <a:lvl1pPr marL="0" indent="0">
              <a:buNone/>
              <a:defRPr sz="2288"/>
            </a:lvl1pPr>
            <a:lvl2pPr marL="653796" indent="0">
              <a:buNone/>
              <a:defRPr sz="2002"/>
            </a:lvl2pPr>
            <a:lvl3pPr marL="1307592" indent="0">
              <a:buNone/>
              <a:defRPr sz="1716"/>
            </a:lvl3pPr>
            <a:lvl4pPr marL="1961388" indent="0">
              <a:buNone/>
              <a:defRPr sz="1430"/>
            </a:lvl4pPr>
            <a:lvl5pPr marL="2615184" indent="0">
              <a:buNone/>
              <a:defRPr sz="1430"/>
            </a:lvl5pPr>
            <a:lvl6pPr marL="3268980" indent="0">
              <a:buNone/>
              <a:defRPr sz="1430"/>
            </a:lvl6pPr>
            <a:lvl7pPr marL="3922776" indent="0">
              <a:buNone/>
              <a:defRPr sz="1430"/>
            </a:lvl7pPr>
            <a:lvl8pPr marL="4576572" indent="0">
              <a:buNone/>
              <a:defRPr sz="1430"/>
            </a:lvl8pPr>
            <a:lvl9pPr marL="5230368" indent="0">
              <a:buNone/>
              <a:defRPr sz="14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55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4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7683" y="1202462"/>
            <a:ext cx="2819564" cy="191400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8992" y="1202462"/>
            <a:ext cx="8295238" cy="191400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0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8992" y="1202466"/>
            <a:ext cx="11278255" cy="436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8992" y="6012307"/>
            <a:ext cx="11278255" cy="14330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991" y="20933291"/>
            <a:ext cx="2942154" cy="120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B9FF6-6E58-4B6F-9AEA-4777543E12E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31504" y="20933291"/>
            <a:ext cx="4413230" cy="120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35093" y="20933291"/>
            <a:ext cx="2942154" cy="120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147C1-57FB-4233-B7D5-5A0A57F06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307592" rtl="0" eaLnBrk="1" latinLnBrk="0" hangingPunct="1">
        <a:lnSpc>
          <a:spcPct val="90000"/>
        </a:lnSpc>
        <a:spcBef>
          <a:spcPct val="0"/>
        </a:spcBef>
        <a:buNone/>
        <a:defRPr sz="6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6898" indent="-326898" algn="l" defTabSz="1307592" rtl="0" eaLnBrk="1" latinLnBrk="0" hangingPunct="1">
        <a:lnSpc>
          <a:spcPct val="90000"/>
        </a:lnSpc>
        <a:spcBef>
          <a:spcPts val="1430"/>
        </a:spcBef>
        <a:buFont typeface="Arial" panose="020B0604020202020204" pitchFamily="34" charset="0"/>
        <a:buChar char="•"/>
        <a:defRPr sz="4004" kern="1200">
          <a:solidFill>
            <a:schemeClr val="tx1"/>
          </a:solidFill>
          <a:latin typeface="+mn-lt"/>
          <a:ea typeface="+mn-ea"/>
          <a:cs typeface="+mn-cs"/>
        </a:defRPr>
      </a:lvl1pPr>
      <a:lvl2pPr marL="980694" indent="-326898" algn="l" defTabSz="1307592" rtl="0" eaLnBrk="1" latinLnBrk="0" hangingPunct="1">
        <a:lnSpc>
          <a:spcPct val="90000"/>
        </a:lnSpc>
        <a:spcBef>
          <a:spcPts val="715"/>
        </a:spcBef>
        <a:buFont typeface="Arial" panose="020B0604020202020204" pitchFamily="34" charset="0"/>
        <a:buChar char="•"/>
        <a:defRPr sz="3432" kern="1200">
          <a:solidFill>
            <a:schemeClr val="tx1"/>
          </a:solidFill>
          <a:latin typeface="+mn-lt"/>
          <a:ea typeface="+mn-ea"/>
          <a:cs typeface="+mn-cs"/>
        </a:defRPr>
      </a:lvl2pPr>
      <a:lvl3pPr marL="1634490" indent="-326898" algn="l" defTabSz="1307592" rtl="0" eaLnBrk="1" latinLnBrk="0" hangingPunct="1">
        <a:lnSpc>
          <a:spcPct val="90000"/>
        </a:lnSpc>
        <a:spcBef>
          <a:spcPts val="715"/>
        </a:spcBef>
        <a:buFont typeface="Arial" panose="020B0604020202020204" pitchFamily="34" charset="0"/>
        <a:buChar char="•"/>
        <a:defRPr sz="2860" kern="1200">
          <a:solidFill>
            <a:schemeClr val="tx1"/>
          </a:solidFill>
          <a:latin typeface="+mn-lt"/>
          <a:ea typeface="+mn-ea"/>
          <a:cs typeface="+mn-cs"/>
        </a:defRPr>
      </a:lvl3pPr>
      <a:lvl4pPr marL="2288286" indent="-326898" algn="l" defTabSz="1307592" rtl="0" eaLnBrk="1" latinLnBrk="0" hangingPunct="1">
        <a:lnSpc>
          <a:spcPct val="90000"/>
        </a:lnSpc>
        <a:spcBef>
          <a:spcPts val="715"/>
        </a:spcBef>
        <a:buFont typeface="Arial" panose="020B0604020202020204" pitchFamily="34" charset="0"/>
        <a:buChar char="•"/>
        <a:defRPr sz="2574" kern="1200">
          <a:solidFill>
            <a:schemeClr val="tx1"/>
          </a:solidFill>
          <a:latin typeface="+mn-lt"/>
          <a:ea typeface="+mn-ea"/>
          <a:cs typeface="+mn-cs"/>
        </a:defRPr>
      </a:lvl4pPr>
      <a:lvl5pPr marL="2942082" indent="-326898" algn="l" defTabSz="1307592" rtl="0" eaLnBrk="1" latinLnBrk="0" hangingPunct="1">
        <a:lnSpc>
          <a:spcPct val="90000"/>
        </a:lnSpc>
        <a:spcBef>
          <a:spcPts val="715"/>
        </a:spcBef>
        <a:buFont typeface="Arial" panose="020B0604020202020204" pitchFamily="34" charset="0"/>
        <a:buChar char="•"/>
        <a:defRPr sz="2574" kern="1200">
          <a:solidFill>
            <a:schemeClr val="tx1"/>
          </a:solidFill>
          <a:latin typeface="+mn-lt"/>
          <a:ea typeface="+mn-ea"/>
          <a:cs typeface="+mn-cs"/>
        </a:defRPr>
      </a:lvl5pPr>
      <a:lvl6pPr marL="3595878" indent="-326898" algn="l" defTabSz="1307592" rtl="0" eaLnBrk="1" latinLnBrk="0" hangingPunct="1">
        <a:lnSpc>
          <a:spcPct val="90000"/>
        </a:lnSpc>
        <a:spcBef>
          <a:spcPts val="715"/>
        </a:spcBef>
        <a:buFont typeface="Arial" panose="020B0604020202020204" pitchFamily="34" charset="0"/>
        <a:buChar char="•"/>
        <a:defRPr sz="2574" kern="1200">
          <a:solidFill>
            <a:schemeClr val="tx1"/>
          </a:solidFill>
          <a:latin typeface="+mn-lt"/>
          <a:ea typeface="+mn-ea"/>
          <a:cs typeface="+mn-cs"/>
        </a:defRPr>
      </a:lvl6pPr>
      <a:lvl7pPr marL="4249674" indent="-326898" algn="l" defTabSz="1307592" rtl="0" eaLnBrk="1" latinLnBrk="0" hangingPunct="1">
        <a:lnSpc>
          <a:spcPct val="90000"/>
        </a:lnSpc>
        <a:spcBef>
          <a:spcPts val="715"/>
        </a:spcBef>
        <a:buFont typeface="Arial" panose="020B0604020202020204" pitchFamily="34" charset="0"/>
        <a:buChar char="•"/>
        <a:defRPr sz="2574" kern="1200">
          <a:solidFill>
            <a:schemeClr val="tx1"/>
          </a:solidFill>
          <a:latin typeface="+mn-lt"/>
          <a:ea typeface="+mn-ea"/>
          <a:cs typeface="+mn-cs"/>
        </a:defRPr>
      </a:lvl7pPr>
      <a:lvl8pPr marL="4903470" indent="-326898" algn="l" defTabSz="1307592" rtl="0" eaLnBrk="1" latinLnBrk="0" hangingPunct="1">
        <a:lnSpc>
          <a:spcPct val="90000"/>
        </a:lnSpc>
        <a:spcBef>
          <a:spcPts val="715"/>
        </a:spcBef>
        <a:buFont typeface="Arial" panose="020B0604020202020204" pitchFamily="34" charset="0"/>
        <a:buChar char="•"/>
        <a:defRPr sz="2574" kern="1200">
          <a:solidFill>
            <a:schemeClr val="tx1"/>
          </a:solidFill>
          <a:latin typeface="+mn-lt"/>
          <a:ea typeface="+mn-ea"/>
          <a:cs typeface="+mn-cs"/>
        </a:defRPr>
      </a:lvl8pPr>
      <a:lvl9pPr marL="5557266" indent="-326898" algn="l" defTabSz="1307592" rtl="0" eaLnBrk="1" latinLnBrk="0" hangingPunct="1">
        <a:lnSpc>
          <a:spcPct val="90000"/>
        </a:lnSpc>
        <a:spcBef>
          <a:spcPts val="715"/>
        </a:spcBef>
        <a:buFont typeface="Arial" panose="020B0604020202020204" pitchFamily="34" charset="0"/>
        <a:buChar char="•"/>
        <a:defRPr sz="25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1pPr>
      <a:lvl2pPr marL="653796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2pPr>
      <a:lvl3pPr marL="1307592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3pPr>
      <a:lvl4pPr marL="1961388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4pPr>
      <a:lvl5pPr marL="2615184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5pPr>
      <a:lvl6pPr marL="3268980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6pPr>
      <a:lvl7pPr marL="3922776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7pPr>
      <a:lvl8pPr marL="4576572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8pPr>
      <a:lvl9pPr marL="5230368" algn="l" defTabSz="1307592" rtl="0" eaLnBrk="1" latinLnBrk="0" hangingPunct="1">
        <a:defRPr sz="25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68B806-D02E-A1FE-A852-4D81332209C3}"/>
              </a:ext>
            </a:extLst>
          </p:cNvPr>
          <p:cNvSpPr/>
          <p:nvPr/>
        </p:nvSpPr>
        <p:spPr>
          <a:xfrm>
            <a:off x="2559921" y="169571"/>
            <a:ext cx="4577080" cy="534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/>
              <a:t>Reloj y tiempo simulado</a:t>
            </a:r>
          </a:p>
          <a:p>
            <a:pPr algn="ctr"/>
            <a:r>
              <a:rPr lang="en-US" sz="1200" i="1" dirty="0"/>
              <a:t>/clock</a:t>
            </a:r>
            <a:r>
              <a:rPr lang="en-US" sz="1050" i="1" dirty="0"/>
              <a:t> ≥ 400 Hz, </a:t>
            </a:r>
            <a:r>
              <a:rPr lang="en-US" sz="1200" i="1" dirty="0" err="1"/>
              <a:t>use_sim_time</a:t>
            </a:r>
            <a:r>
              <a:rPr lang="en-US" sz="1200" i="1" dirty="0"/>
              <a:t>: true</a:t>
            </a:r>
            <a:endParaRPr lang="en-US" sz="1050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3BB486-5209-CD92-E08F-9D1F31CD0097}"/>
              </a:ext>
            </a:extLst>
          </p:cNvPr>
          <p:cNvGrpSpPr/>
          <p:nvPr/>
        </p:nvGrpSpPr>
        <p:grpSpPr>
          <a:xfrm>
            <a:off x="3805528" y="1303171"/>
            <a:ext cx="2087195" cy="941276"/>
            <a:chOff x="3561736" y="2198532"/>
            <a:chExt cx="2728452" cy="1230468"/>
          </a:xfrm>
        </p:grpSpPr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60A556BC-D8DC-EAA2-BBF8-2F502D08D423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3" b="1" dirty="0">
                <a:solidFill>
                  <a:srgbClr val="CC9B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C0E96F-CB18-F4A1-1D87-AAA8AFBDE0B8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3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71" b="1" dirty="0">
                  <a:solidFill>
                    <a:srgbClr val="C49500"/>
                  </a:solidFill>
                </a:rPr>
                <a:t>¿OK?</a:t>
              </a:r>
              <a:endParaRPr lang="en-US" sz="1071" b="1" dirty="0">
                <a:solidFill>
                  <a:srgbClr val="C49500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D4E36A-E659-D441-5C13-989066D6DDD6}"/>
              </a:ext>
            </a:extLst>
          </p:cNvPr>
          <p:cNvSpPr/>
          <p:nvPr/>
        </p:nvSpPr>
        <p:spPr>
          <a:xfrm>
            <a:off x="8324632" y="1384224"/>
            <a:ext cx="2947491" cy="7791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Revisar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gazebo_params.yaml</a:t>
            </a:r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 y argumento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use_sim_time</a:t>
            </a:r>
            <a:endParaRPr lang="en-US" sz="1377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D3B8FC-D710-2B6E-16E2-8EAAA1FF83A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4848461" y="703592"/>
            <a:ext cx="660" cy="599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FAE3E4-A9B8-E85E-EEBD-3FF7145FA642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5892723" y="1773809"/>
            <a:ext cx="2431909" cy="1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8896CC-8CEC-48AE-E2BA-0EC69D45645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848461" y="2244447"/>
            <a:ext cx="660" cy="6095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720713C-ACE7-8B3E-BFC0-A35BCF688FBC}"/>
              </a:ext>
            </a:extLst>
          </p:cNvPr>
          <p:cNvCxnSpPr>
            <a:stCxn id="8" idx="0"/>
            <a:endCxn id="4" idx="3"/>
          </p:cNvCxnSpPr>
          <p:nvPr/>
        </p:nvCxnSpPr>
        <p:spPr>
          <a:xfrm rot="16200000" flipV="1">
            <a:off x="7993865" y="-420282"/>
            <a:ext cx="947646" cy="26613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026A38A-6E3B-7287-DAA2-62DDA6317D98}"/>
              </a:ext>
            </a:extLst>
          </p:cNvPr>
          <p:cNvSpPr txBox="1"/>
          <p:nvPr/>
        </p:nvSpPr>
        <p:spPr>
          <a:xfrm>
            <a:off x="4433191" y="2300586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79B283-63DF-BFC0-F886-8BFFE03CEAF4}"/>
              </a:ext>
            </a:extLst>
          </p:cNvPr>
          <p:cNvSpPr txBox="1"/>
          <p:nvPr/>
        </p:nvSpPr>
        <p:spPr>
          <a:xfrm>
            <a:off x="6883627" y="1415317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2131799-5CE4-53E9-BC53-74EDD577B371}"/>
              </a:ext>
            </a:extLst>
          </p:cNvPr>
          <p:cNvSpPr/>
          <p:nvPr/>
        </p:nvSpPr>
        <p:spPr>
          <a:xfrm>
            <a:off x="1711242" y="169568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1</a:t>
            </a:r>
            <a:endParaRPr lang="en-US" b="1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0B295A69-091D-F62B-8F69-61E2B229CB62}"/>
              </a:ext>
            </a:extLst>
          </p:cNvPr>
          <p:cNvSpPr/>
          <p:nvPr/>
        </p:nvSpPr>
        <p:spPr>
          <a:xfrm>
            <a:off x="2559921" y="2859268"/>
            <a:ext cx="4577080" cy="534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/>
              <a:t>Geometría y transformaciones</a:t>
            </a:r>
            <a:endParaRPr lang="en-US" sz="1200" b="1" i="1" dirty="0"/>
          </a:p>
          <a:p>
            <a:pPr algn="ctr"/>
            <a:r>
              <a:rPr lang="pt-BR" sz="1200" i="1" dirty="0"/>
              <a:t>0 marcos desconectados, 5/5 TFs activas</a:t>
            </a:r>
            <a:endParaRPr lang="en-US" sz="1050" i="1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BAD8F12-8F95-8E9B-AD01-911BC4632D6C}"/>
              </a:ext>
            </a:extLst>
          </p:cNvPr>
          <p:cNvGrpSpPr/>
          <p:nvPr/>
        </p:nvGrpSpPr>
        <p:grpSpPr>
          <a:xfrm>
            <a:off x="3805528" y="3992868"/>
            <a:ext cx="2087195" cy="941276"/>
            <a:chOff x="3561736" y="2198532"/>
            <a:chExt cx="2728452" cy="1230468"/>
          </a:xfrm>
        </p:grpSpPr>
        <p:sp>
          <p:nvSpPr>
            <p:cNvPr id="80" name="Diamond 79">
              <a:extLst>
                <a:ext uri="{FF2B5EF4-FFF2-40B4-BE49-F238E27FC236}">
                  <a16:creationId xmlns:a16="http://schemas.microsoft.com/office/drawing/2014/main" id="{DB6D447F-6BEC-3661-8E65-704272E6D4F4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3" b="1" dirty="0">
                <a:solidFill>
                  <a:srgbClr val="CC9B00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421D7F2-FA85-DD6E-9A1A-7800E737BBA7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3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71" b="1" dirty="0">
                  <a:solidFill>
                    <a:srgbClr val="C49500"/>
                  </a:solidFill>
                </a:rPr>
                <a:t>¿OK?</a:t>
              </a:r>
              <a:endParaRPr lang="en-US" sz="1071" b="1" dirty="0">
                <a:solidFill>
                  <a:srgbClr val="C49500"/>
                </a:solidFill>
              </a:endParaRPr>
            </a:p>
          </p:txBody>
        </p:sp>
      </p:grp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DEAA48F5-E43E-9ADA-BB16-F7AC7ADF7FE5}"/>
              </a:ext>
            </a:extLst>
          </p:cNvPr>
          <p:cNvSpPr/>
          <p:nvPr/>
        </p:nvSpPr>
        <p:spPr>
          <a:xfrm>
            <a:off x="8324632" y="4073921"/>
            <a:ext cx="2947491" cy="7791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Revisar URDF/xacro: links,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joints</a:t>
            </a:r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origins</a:t>
            </a:r>
            <a:endParaRPr lang="en-US" sz="1377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F548BCC-C082-197C-F96B-26EF347A4681}"/>
              </a:ext>
            </a:extLst>
          </p:cNvPr>
          <p:cNvCxnSpPr>
            <a:cxnSpLocks/>
            <a:stCxn id="78" idx="2"/>
            <a:endCxn id="80" idx="0"/>
          </p:cNvCxnSpPr>
          <p:nvPr/>
        </p:nvCxnSpPr>
        <p:spPr>
          <a:xfrm>
            <a:off x="4848461" y="3393289"/>
            <a:ext cx="660" cy="599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0C521D8-121E-36F1-F6D5-5A97F2F0CDD6}"/>
              </a:ext>
            </a:extLst>
          </p:cNvPr>
          <p:cNvCxnSpPr>
            <a:stCxn id="81" idx="3"/>
            <a:endCxn id="82" idx="1"/>
          </p:cNvCxnSpPr>
          <p:nvPr/>
        </p:nvCxnSpPr>
        <p:spPr>
          <a:xfrm flipV="1">
            <a:off x="5892723" y="4463506"/>
            <a:ext cx="2431909" cy="1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43ABDA0-8CD9-7BBF-32CC-176F1A851273}"/>
              </a:ext>
            </a:extLst>
          </p:cNvPr>
          <p:cNvCxnSpPr>
            <a:cxnSpLocks/>
            <a:stCxn id="80" idx="2"/>
          </p:cNvCxnSpPr>
          <p:nvPr/>
        </p:nvCxnSpPr>
        <p:spPr>
          <a:xfrm flipH="1">
            <a:off x="4848461" y="4934144"/>
            <a:ext cx="660" cy="6095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3FC2E989-F831-CB98-EB18-20D1DDB2B157}"/>
              </a:ext>
            </a:extLst>
          </p:cNvPr>
          <p:cNvCxnSpPr>
            <a:stCxn id="82" idx="0"/>
            <a:endCxn id="78" idx="3"/>
          </p:cNvCxnSpPr>
          <p:nvPr/>
        </p:nvCxnSpPr>
        <p:spPr>
          <a:xfrm rot="16200000" flipV="1">
            <a:off x="7993865" y="2269415"/>
            <a:ext cx="947646" cy="26613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F2BF134-0B0F-4868-C0C6-52280A33375D}"/>
              </a:ext>
            </a:extLst>
          </p:cNvPr>
          <p:cNvSpPr txBox="1"/>
          <p:nvPr/>
        </p:nvSpPr>
        <p:spPr>
          <a:xfrm>
            <a:off x="4433191" y="4990283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CD58CD-FBEC-F2AE-2994-61BDC9567B39}"/>
              </a:ext>
            </a:extLst>
          </p:cNvPr>
          <p:cNvSpPr txBox="1"/>
          <p:nvPr/>
        </p:nvSpPr>
        <p:spPr>
          <a:xfrm>
            <a:off x="6883627" y="4105014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3CC4729-5130-9461-9198-EE03A9FAA543}"/>
              </a:ext>
            </a:extLst>
          </p:cNvPr>
          <p:cNvSpPr/>
          <p:nvPr/>
        </p:nvSpPr>
        <p:spPr>
          <a:xfrm>
            <a:off x="1711242" y="2859265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2</a:t>
            </a:r>
            <a:endParaRPr lang="en-US" b="1" dirty="0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B7B4390-A441-6287-54D9-7B5A2FAECE24}"/>
              </a:ext>
            </a:extLst>
          </p:cNvPr>
          <p:cNvSpPr/>
          <p:nvPr/>
        </p:nvSpPr>
        <p:spPr>
          <a:xfrm>
            <a:off x="2559921" y="5532281"/>
            <a:ext cx="4577080" cy="534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/>
              <a:t>Controladores</a:t>
            </a:r>
          </a:p>
          <a:p>
            <a:pPr algn="ctr"/>
            <a:r>
              <a:rPr lang="en-US" sz="1200" i="1" dirty="0" err="1"/>
              <a:t>update_rate</a:t>
            </a:r>
            <a:r>
              <a:rPr lang="en-US" sz="1200" i="1" dirty="0"/>
              <a:t>: 30 Hz, </a:t>
            </a:r>
            <a:r>
              <a:rPr lang="en-US" sz="1200" i="1" dirty="0" err="1"/>
              <a:t>publish_rate</a:t>
            </a:r>
            <a:r>
              <a:rPr lang="en-US" sz="1200" i="1" dirty="0"/>
              <a:t> (/</a:t>
            </a:r>
            <a:r>
              <a:rPr lang="en-US" sz="1200" i="1" dirty="0" err="1"/>
              <a:t>odom</a:t>
            </a:r>
            <a:r>
              <a:rPr lang="en-US" sz="1200" i="1" dirty="0"/>
              <a:t>): 50 Hz</a:t>
            </a:r>
            <a:endParaRPr lang="en-US" sz="1050" i="1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ECF33DF-4E0F-610D-6E15-E23679563696}"/>
              </a:ext>
            </a:extLst>
          </p:cNvPr>
          <p:cNvGrpSpPr/>
          <p:nvPr/>
        </p:nvGrpSpPr>
        <p:grpSpPr>
          <a:xfrm>
            <a:off x="3805528" y="6665881"/>
            <a:ext cx="2087195" cy="941276"/>
            <a:chOff x="3561736" y="2198532"/>
            <a:chExt cx="2728452" cy="1230468"/>
          </a:xfrm>
        </p:grpSpPr>
        <p:sp>
          <p:nvSpPr>
            <p:cNvPr id="92" name="Diamond 91">
              <a:extLst>
                <a:ext uri="{FF2B5EF4-FFF2-40B4-BE49-F238E27FC236}">
                  <a16:creationId xmlns:a16="http://schemas.microsoft.com/office/drawing/2014/main" id="{8B7360EA-C326-4522-2473-2AE1BFB30F1A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3" b="1" dirty="0">
                <a:solidFill>
                  <a:srgbClr val="CC9B00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DCCB1EC-52F7-77E2-E840-7BFC820610BE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3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71" b="1" dirty="0">
                  <a:solidFill>
                    <a:srgbClr val="C49500"/>
                  </a:solidFill>
                </a:rPr>
                <a:t>¿OK?</a:t>
              </a:r>
              <a:endParaRPr lang="en-US" sz="1071" b="1" dirty="0">
                <a:solidFill>
                  <a:srgbClr val="C49500"/>
                </a:solidFill>
              </a:endParaRPr>
            </a:p>
          </p:txBody>
        </p:sp>
      </p:grp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84C1324B-4B88-DD32-56EF-BF9DC18492F8}"/>
              </a:ext>
            </a:extLst>
          </p:cNvPr>
          <p:cNvSpPr/>
          <p:nvPr/>
        </p:nvSpPr>
        <p:spPr>
          <a:xfrm>
            <a:off x="8324632" y="6746934"/>
            <a:ext cx="2947491" cy="7791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77" b="1" dirty="0" err="1">
                <a:solidFill>
                  <a:schemeClr val="accent2">
                    <a:lumMod val="75000"/>
                  </a:schemeClr>
                </a:solidFill>
              </a:rPr>
              <a:t>Verificar</a:t>
            </a:r>
            <a:r>
              <a:rPr lang="en-US" sz="1377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377" b="1" dirty="0" err="1">
                <a:solidFill>
                  <a:schemeClr val="accent2">
                    <a:lumMod val="75000"/>
                  </a:schemeClr>
                </a:solidFill>
              </a:rPr>
              <a:t>my_controllers.yaml</a:t>
            </a:r>
            <a:r>
              <a:rPr lang="en-US" sz="1377" b="1" dirty="0">
                <a:solidFill>
                  <a:schemeClr val="accent2">
                    <a:lumMod val="75000"/>
                  </a:schemeClr>
                </a:solidFill>
              </a:rPr>
              <a:t> y spawners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937C89F-A021-6C12-78EC-9E132E0C7680}"/>
              </a:ext>
            </a:extLst>
          </p:cNvPr>
          <p:cNvCxnSpPr>
            <a:cxnSpLocks/>
            <a:stCxn id="90" idx="2"/>
            <a:endCxn id="92" idx="0"/>
          </p:cNvCxnSpPr>
          <p:nvPr/>
        </p:nvCxnSpPr>
        <p:spPr>
          <a:xfrm>
            <a:off x="4848461" y="6066302"/>
            <a:ext cx="660" cy="599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F4EB84D-CA7D-28F1-122D-B2A1F0A6032B}"/>
              </a:ext>
            </a:extLst>
          </p:cNvPr>
          <p:cNvCxnSpPr>
            <a:stCxn id="93" idx="3"/>
            <a:endCxn id="94" idx="1"/>
          </p:cNvCxnSpPr>
          <p:nvPr/>
        </p:nvCxnSpPr>
        <p:spPr>
          <a:xfrm flipV="1">
            <a:off x="5892723" y="7136519"/>
            <a:ext cx="2431909" cy="1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92BFA07-E125-1F0F-5EAA-90C10F13E381}"/>
              </a:ext>
            </a:extLst>
          </p:cNvPr>
          <p:cNvCxnSpPr>
            <a:cxnSpLocks/>
            <a:stCxn id="92" idx="2"/>
            <a:endCxn id="102" idx="0"/>
          </p:cNvCxnSpPr>
          <p:nvPr/>
        </p:nvCxnSpPr>
        <p:spPr>
          <a:xfrm>
            <a:off x="4849125" y="7607159"/>
            <a:ext cx="2353" cy="6152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A1B94107-953A-4D82-528C-4B58D74B3C73}"/>
              </a:ext>
            </a:extLst>
          </p:cNvPr>
          <p:cNvCxnSpPr>
            <a:stCxn id="94" idx="0"/>
            <a:endCxn id="90" idx="3"/>
          </p:cNvCxnSpPr>
          <p:nvPr/>
        </p:nvCxnSpPr>
        <p:spPr>
          <a:xfrm rot="16200000" flipV="1">
            <a:off x="7993865" y="4942428"/>
            <a:ext cx="947646" cy="26613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C59C9F4-8B08-360B-126C-E5E458041463}"/>
              </a:ext>
            </a:extLst>
          </p:cNvPr>
          <p:cNvSpPr txBox="1"/>
          <p:nvPr/>
        </p:nvSpPr>
        <p:spPr>
          <a:xfrm>
            <a:off x="4433191" y="7663296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22EEB40-A573-E73C-FC9E-ED49864F31EF}"/>
              </a:ext>
            </a:extLst>
          </p:cNvPr>
          <p:cNvSpPr txBox="1"/>
          <p:nvPr/>
        </p:nvSpPr>
        <p:spPr>
          <a:xfrm>
            <a:off x="6883627" y="6778027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2245308-5109-6556-D706-BBE39A8DD40D}"/>
              </a:ext>
            </a:extLst>
          </p:cNvPr>
          <p:cNvSpPr/>
          <p:nvPr/>
        </p:nvSpPr>
        <p:spPr>
          <a:xfrm>
            <a:off x="1711242" y="5532278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3</a:t>
            </a:r>
            <a:endParaRPr lang="en-US" b="1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A986B30-8FD6-523C-DA60-0C9A180D1C5E}"/>
              </a:ext>
            </a:extLst>
          </p:cNvPr>
          <p:cNvSpPr/>
          <p:nvPr/>
        </p:nvSpPr>
        <p:spPr>
          <a:xfrm>
            <a:off x="2562936" y="8222396"/>
            <a:ext cx="4577080" cy="534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 err="1"/>
              <a:t>Teleoperación</a:t>
            </a:r>
            <a:endParaRPr lang="es-ES" sz="1377" b="1" dirty="0"/>
          </a:p>
          <a:p>
            <a:pPr algn="ctr"/>
            <a:r>
              <a:rPr lang="en-US" sz="1200" i="1" dirty="0"/>
              <a:t>Robot </a:t>
            </a:r>
            <a:r>
              <a:rPr lang="en-US" sz="1200" i="1" dirty="0" err="1"/>
              <a:t>responde</a:t>
            </a:r>
            <a:r>
              <a:rPr lang="en-US" sz="1200" i="1" dirty="0"/>
              <a:t> a /</a:t>
            </a:r>
            <a:r>
              <a:rPr lang="en-US" sz="1200" i="1" dirty="0" err="1"/>
              <a:t>cmd_vel</a:t>
            </a:r>
            <a:r>
              <a:rPr lang="en-US" sz="1200" i="1" dirty="0"/>
              <a:t> </a:t>
            </a:r>
            <a:r>
              <a:rPr lang="en-US" sz="1200" i="1" dirty="0" err="1"/>
              <a:t>vía</a:t>
            </a:r>
            <a:r>
              <a:rPr lang="en-US" sz="1200" i="1" dirty="0"/>
              <a:t> joystick</a:t>
            </a:r>
            <a:endParaRPr lang="en-US" sz="1050" i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9E26CB4-CE11-5D84-69D0-B43CBE0865C2}"/>
              </a:ext>
            </a:extLst>
          </p:cNvPr>
          <p:cNvGrpSpPr/>
          <p:nvPr/>
        </p:nvGrpSpPr>
        <p:grpSpPr>
          <a:xfrm>
            <a:off x="3808543" y="9355996"/>
            <a:ext cx="2087195" cy="941276"/>
            <a:chOff x="3561736" y="2198532"/>
            <a:chExt cx="2728452" cy="1230468"/>
          </a:xfrm>
        </p:grpSpPr>
        <p:sp>
          <p:nvSpPr>
            <p:cNvPr id="104" name="Diamond 103">
              <a:extLst>
                <a:ext uri="{FF2B5EF4-FFF2-40B4-BE49-F238E27FC236}">
                  <a16:creationId xmlns:a16="http://schemas.microsoft.com/office/drawing/2014/main" id="{EB8ECAF1-13F9-B43A-DFB5-96F9B4F1285F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3" b="1" dirty="0">
                <a:solidFill>
                  <a:srgbClr val="CC9B00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F8117CE-C580-3CA2-FCCC-2E7627CEA4CB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3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71" b="1" dirty="0">
                  <a:solidFill>
                    <a:srgbClr val="C49500"/>
                  </a:solidFill>
                </a:rPr>
                <a:t>¿OK?</a:t>
              </a:r>
              <a:endParaRPr lang="en-US" sz="1071" b="1" dirty="0">
                <a:solidFill>
                  <a:srgbClr val="C49500"/>
                </a:solidFill>
              </a:endParaRPr>
            </a:p>
          </p:txBody>
        </p:sp>
      </p:grp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C52C735-A0A2-440B-2357-89E13A63CB49}"/>
              </a:ext>
            </a:extLst>
          </p:cNvPr>
          <p:cNvSpPr/>
          <p:nvPr/>
        </p:nvSpPr>
        <p:spPr>
          <a:xfrm>
            <a:off x="8327647" y="9437049"/>
            <a:ext cx="2947491" cy="7791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Revisar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twist_mux.yaml</a:t>
            </a:r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 y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remapping</a:t>
            </a:r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 de tópicos</a:t>
            </a:r>
            <a:endParaRPr lang="en-US" sz="1377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66BE53D-BAFA-A34B-0F00-107F290BB5B7}"/>
              </a:ext>
            </a:extLst>
          </p:cNvPr>
          <p:cNvCxnSpPr>
            <a:cxnSpLocks/>
            <a:stCxn id="102" idx="2"/>
            <a:endCxn id="104" idx="0"/>
          </p:cNvCxnSpPr>
          <p:nvPr/>
        </p:nvCxnSpPr>
        <p:spPr>
          <a:xfrm>
            <a:off x="4851476" y="8756417"/>
            <a:ext cx="660" cy="599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A493E3E-7EA5-1F8A-0E82-2246A324F85B}"/>
              </a:ext>
            </a:extLst>
          </p:cNvPr>
          <p:cNvCxnSpPr>
            <a:stCxn id="105" idx="3"/>
            <a:endCxn id="106" idx="1"/>
          </p:cNvCxnSpPr>
          <p:nvPr/>
        </p:nvCxnSpPr>
        <p:spPr>
          <a:xfrm flipV="1">
            <a:off x="5895738" y="9826634"/>
            <a:ext cx="2431909" cy="1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7FC495F-40D1-5F42-33FD-313D59B676BE}"/>
              </a:ext>
            </a:extLst>
          </p:cNvPr>
          <p:cNvCxnSpPr>
            <a:cxnSpLocks/>
            <a:stCxn id="104" idx="2"/>
          </p:cNvCxnSpPr>
          <p:nvPr/>
        </p:nvCxnSpPr>
        <p:spPr>
          <a:xfrm flipH="1">
            <a:off x="4851476" y="10297272"/>
            <a:ext cx="660" cy="6095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7D2958C5-1E63-02B4-A625-0D3F3627D522}"/>
              </a:ext>
            </a:extLst>
          </p:cNvPr>
          <p:cNvCxnSpPr>
            <a:stCxn id="106" idx="0"/>
            <a:endCxn id="102" idx="3"/>
          </p:cNvCxnSpPr>
          <p:nvPr/>
        </p:nvCxnSpPr>
        <p:spPr>
          <a:xfrm rot="16200000" flipV="1">
            <a:off x="7996880" y="7632543"/>
            <a:ext cx="947646" cy="26613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C4805F2-385D-39C8-BDAA-C8593BB261F5}"/>
              </a:ext>
            </a:extLst>
          </p:cNvPr>
          <p:cNvSpPr txBox="1"/>
          <p:nvPr/>
        </p:nvSpPr>
        <p:spPr>
          <a:xfrm>
            <a:off x="4436206" y="10353411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72814E1-4B36-794E-387A-1D53A4185500}"/>
              </a:ext>
            </a:extLst>
          </p:cNvPr>
          <p:cNvSpPr txBox="1"/>
          <p:nvPr/>
        </p:nvSpPr>
        <p:spPr>
          <a:xfrm>
            <a:off x="6886642" y="9468142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E1A9229-6AC1-4886-40FB-432BB362FAA4}"/>
              </a:ext>
            </a:extLst>
          </p:cNvPr>
          <p:cNvSpPr/>
          <p:nvPr/>
        </p:nvSpPr>
        <p:spPr>
          <a:xfrm>
            <a:off x="1714257" y="8222393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4</a:t>
            </a:r>
            <a:endParaRPr lang="en-US" b="1" dirty="0"/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456B6E43-FD2A-EAD0-D6C8-F5DDBA33A35B}"/>
              </a:ext>
            </a:extLst>
          </p:cNvPr>
          <p:cNvSpPr/>
          <p:nvPr/>
        </p:nvSpPr>
        <p:spPr>
          <a:xfrm>
            <a:off x="2649779" y="10900924"/>
            <a:ext cx="4577080" cy="534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/>
              <a:t>Contacto y fricción</a:t>
            </a:r>
          </a:p>
          <a:p>
            <a:pPr algn="ctr"/>
            <a:r>
              <a:rPr lang="en-US" sz="1200" i="1" dirty="0"/>
              <a:t>Giro 360°: error &lt; 0.05 rad; Avance 1 m: </a:t>
            </a:r>
            <a:r>
              <a:rPr lang="en-US" sz="1200" i="1" dirty="0" err="1"/>
              <a:t>desv</a:t>
            </a:r>
            <a:r>
              <a:rPr lang="en-US" sz="1200" i="1" dirty="0"/>
              <a:t>. &lt; 0.02 m</a:t>
            </a:r>
            <a:endParaRPr lang="en-US" sz="1050" i="1" dirty="0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CA327F4-3EC0-07F9-F60C-70D4A3074E91}"/>
              </a:ext>
            </a:extLst>
          </p:cNvPr>
          <p:cNvGrpSpPr/>
          <p:nvPr/>
        </p:nvGrpSpPr>
        <p:grpSpPr>
          <a:xfrm>
            <a:off x="3895386" y="12034524"/>
            <a:ext cx="2087195" cy="941276"/>
            <a:chOff x="3561736" y="2198532"/>
            <a:chExt cx="2728452" cy="1230468"/>
          </a:xfrm>
        </p:grpSpPr>
        <p:sp>
          <p:nvSpPr>
            <p:cNvPr id="154" name="Diamond 153">
              <a:extLst>
                <a:ext uri="{FF2B5EF4-FFF2-40B4-BE49-F238E27FC236}">
                  <a16:creationId xmlns:a16="http://schemas.microsoft.com/office/drawing/2014/main" id="{852BCB32-87CB-4051-1938-9B0735E605DB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3" b="1" dirty="0">
                <a:solidFill>
                  <a:srgbClr val="CC9B00"/>
                </a:solidFill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21EB2319-702A-033B-DE7E-2D5131605BA6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3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71" b="1" dirty="0">
                  <a:solidFill>
                    <a:srgbClr val="C49500"/>
                  </a:solidFill>
                </a:rPr>
                <a:t>¿OK?</a:t>
              </a:r>
              <a:endParaRPr lang="en-US" sz="1071" b="1" dirty="0">
                <a:solidFill>
                  <a:srgbClr val="C49500"/>
                </a:solidFill>
              </a:endParaRPr>
            </a:p>
          </p:txBody>
        </p:sp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B35999D8-FD6E-7330-3198-97D8FE42B4DD}"/>
              </a:ext>
            </a:extLst>
          </p:cNvPr>
          <p:cNvSpPr/>
          <p:nvPr/>
        </p:nvSpPr>
        <p:spPr>
          <a:xfrm>
            <a:off x="8414490" y="12115577"/>
            <a:ext cx="2947491" cy="7791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Ajustar fricción (μ₁, μ₂) y colisión (esfera vs cilindro)</a:t>
            </a:r>
            <a:endParaRPr lang="en-US" sz="1377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D685114-F89A-64C3-85CD-A813C4144F1C}"/>
              </a:ext>
            </a:extLst>
          </p:cNvPr>
          <p:cNvCxnSpPr>
            <a:cxnSpLocks/>
            <a:stCxn id="152" idx="2"/>
            <a:endCxn id="154" idx="0"/>
          </p:cNvCxnSpPr>
          <p:nvPr/>
        </p:nvCxnSpPr>
        <p:spPr>
          <a:xfrm>
            <a:off x="4938319" y="11434945"/>
            <a:ext cx="660" cy="599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F56539EE-3950-337C-721A-4D4F95F906A9}"/>
              </a:ext>
            </a:extLst>
          </p:cNvPr>
          <p:cNvCxnSpPr>
            <a:cxnSpLocks/>
            <a:stCxn id="155" idx="3"/>
            <a:endCxn id="156" idx="1"/>
          </p:cNvCxnSpPr>
          <p:nvPr/>
        </p:nvCxnSpPr>
        <p:spPr>
          <a:xfrm flipV="1">
            <a:off x="5982581" y="12505162"/>
            <a:ext cx="2431909" cy="1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590BAC5B-AD7A-218B-6251-95C9060E19BB}"/>
              </a:ext>
            </a:extLst>
          </p:cNvPr>
          <p:cNvCxnSpPr>
            <a:cxnSpLocks/>
            <a:stCxn id="154" idx="2"/>
            <a:endCxn id="164" idx="0"/>
          </p:cNvCxnSpPr>
          <p:nvPr/>
        </p:nvCxnSpPr>
        <p:spPr>
          <a:xfrm>
            <a:off x="4938983" y="12975802"/>
            <a:ext cx="2353" cy="6152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D088CEE7-7911-399B-EC96-58010E7402CF}"/>
              </a:ext>
            </a:extLst>
          </p:cNvPr>
          <p:cNvCxnSpPr>
            <a:stCxn id="156" idx="0"/>
            <a:endCxn id="152" idx="3"/>
          </p:cNvCxnSpPr>
          <p:nvPr/>
        </p:nvCxnSpPr>
        <p:spPr>
          <a:xfrm rot="16200000" flipV="1">
            <a:off x="8083723" y="10311071"/>
            <a:ext cx="947646" cy="26613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A6E8251F-17D9-6640-A3FB-79BFED869A18}"/>
              </a:ext>
            </a:extLst>
          </p:cNvPr>
          <p:cNvSpPr txBox="1"/>
          <p:nvPr/>
        </p:nvSpPr>
        <p:spPr>
          <a:xfrm>
            <a:off x="4523049" y="13031939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74B77B5-A875-6DFE-2FC3-C6120B8B0F62}"/>
              </a:ext>
            </a:extLst>
          </p:cNvPr>
          <p:cNvSpPr txBox="1"/>
          <p:nvPr/>
        </p:nvSpPr>
        <p:spPr>
          <a:xfrm>
            <a:off x="6973485" y="12146670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D36FDEF1-1390-8203-DFE7-EAB7F31BB418}"/>
              </a:ext>
            </a:extLst>
          </p:cNvPr>
          <p:cNvSpPr/>
          <p:nvPr/>
        </p:nvSpPr>
        <p:spPr>
          <a:xfrm>
            <a:off x="1801100" y="10900921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5</a:t>
            </a:r>
            <a:endParaRPr lang="en-US" b="1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22EDC7BA-B131-B484-B63C-8B73D1D66327}"/>
              </a:ext>
            </a:extLst>
          </p:cNvPr>
          <p:cNvSpPr/>
          <p:nvPr/>
        </p:nvSpPr>
        <p:spPr>
          <a:xfrm>
            <a:off x="2652794" y="13591039"/>
            <a:ext cx="4577080" cy="534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/>
              <a:t>Sensor láser</a:t>
            </a:r>
          </a:p>
          <a:p>
            <a:pPr algn="ctr"/>
            <a:r>
              <a:rPr lang="es-ES" sz="1200" i="1" dirty="0"/>
              <a:t>/</a:t>
            </a:r>
            <a:r>
              <a:rPr lang="es-ES" sz="1200" i="1" dirty="0" err="1"/>
              <a:t>scan</a:t>
            </a:r>
            <a:r>
              <a:rPr lang="es-ES" sz="1200" i="1" dirty="0"/>
              <a:t> a ~10 Hz, </a:t>
            </a:r>
            <a:r>
              <a:rPr lang="es-ES" sz="1200" i="1" dirty="0" err="1"/>
              <a:t>frame</a:t>
            </a:r>
            <a:r>
              <a:rPr lang="es-ES" sz="1200" i="1" dirty="0"/>
              <a:t> </a:t>
            </a:r>
            <a:r>
              <a:rPr lang="es-ES" sz="1200" i="1" dirty="0" err="1"/>
              <a:t>laser_frame</a:t>
            </a:r>
            <a:r>
              <a:rPr lang="es-ES" sz="1200" i="1" dirty="0"/>
              <a:t>, 360 muestras</a:t>
            </a:r>
            <a:endParaRPr lang="en-US" sz="1050" i="1" dirty="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71413BB-1ADF-A8A3-DB56-8FF0B704D147}"/>
              </a:ext>
            </a:extLst>
          </p:cNvPr>
          <p:cNvGrpSpPr/>
          <p:nvPr/>
        </p:nvGrpSpPr>
        <p:grpSpPr>
          <a:xfrm>
            <a:off x="3898401" y="14724639"/>
            <a:ext cx="2087195" cy="941276"/>
            <a:chOff x="3561736" y="2198532"/>
            <a:chExt cx="2728452" cy="1230468"/>
          </a:xfrm>
        </p:grpSpPr>
        <p:sp>
          <p:nvSpPr>
            <p:cNvPr id="166" name="Diamond 165">
              <a:extLst>
                <a:ext uri="{FF2B5EF4-FFF2-40B4-BE49-F238E27FC236}">
                  <a16:creationId xmlns:a16="http://schemas.microsoft.com/office/drawing/2014/main" id="{19B511F9-1E3C-6847-B90F-9CCD817DCFC3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3" b="1" dirty="0">
                <a:solidFill>
                  <a:srgbClr val="CC9B00"/>
                </a:solidFill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37D29F1-DA54-ABAA-C08F-6125E323F0D1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3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71" b="1" dirty="0">
                  <a:solidFill>
                    <a:srgbClr val="C49500"/>
                  </a:solidFill>
                </a:rPr>
                <a:t>¿OK?</a:t>
              </a:r>
              <a:endParaRPr lang="en-US" sz="1071" b="1" dirty="0">
                <a:solidFill>
                  <a:srgbClr val="C49500"/>
                </a:solidFill>
              </a:endParaRPr>
            </a:p>
          </p:txBody>
        </p:sp>
      </p:grp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F1FA6780-A267-3AD1-893A-B96927DA430A}"/>
              </a:ext>
            </a:extLst>
          </p:cNvPr>
          <p:cNvSpPr/>
          <p:nvPr/>
        </p:nvSpPr>
        <p:spPr>
          <a:xfrm>
            <a:off x="8417505" y="14805692"/>
            <a:ext cx="2947491" cy="7791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Revisar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lidar.xacro</a:t>
            </a:r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update_rate</a:t>
            </a:r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s-ES" sz="1377" b="1" dirty="0" err="1">
                <a:solidFill>
                  <a:schemeClr val="accent2">
                    <a:lumMod val="75000"/>
                  </a:schemeClr>
                </a:solidFill>
              </a:rPr>
              <a:t>frame_name</a:t>
            </a:r>
            <a:endParaRPr lang="en-US" sz="1377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934B68EF-75E1-922C-3000-5F33678D5185}"/>
              </a:ext>
            </a:extLst>
          </p:cNvPr>
          <p:cNvCxnSpPr>
            <a:cxnSpLocks/>
            <a:stCxn id="164" idx="2"/>
            <a:endCxn id="166" idx="0"/>
          </p:cNvCxnSpPr>
          <p:nvPr/>
        </p:nvCxnSpPr>
        <p:spPr>
          <a:xfrm>
            <a:off x="4941334" y="14125060"/>
            <a:ext cx="660" cy="599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E011F7E5-5CF3-7E5F-D295-2A07F3978A2D}"/>
              </a:ext>
            </a:extLst>
          </p:cNvPr>
          <p:cNvCxnSpPr>
            <a:stCxn id="167" idx="3"/>
            <a:endCxn id="168" idx="1"/>
          </p:cNvCxnSpPr>
          <p:nvPr/>
        </p:nvCxnSpPr>
        <p:spPr>
          <a:xfrm flipV="1">
            <a:off x="5985596" y="15195277"/>
            <a:ext cx="2431909" cy="1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B0634D70-FAEF-72DC-E242-1A2F32601E97}"/>
              </a:ext>
            </a:extLst>
          </p:cNvPr>
          <p:cNvCxnSpPr>
            <a:cxnSpLocks/>
            <a:stCxn id="166" idx="2"/>
          </p:cNvCxnSpPr>
          <p:nvPr/>
        </p:nvCxnSpPr>
        <p:spPr>
          <a:xfrm flipH="1">
            <a:off x="4941334" y="15665915"/>
            <a:ext cx="660" cy="6095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D58B5167-8F24-A368-DDE9-BE1A8985E66F}"/>
              </a:ext>
            </a:extLst>
          </p:cNvPr>
          <p:cNvCxnSpPr>
            <a:stCxn id="168" idx="0"/>
            <a:endCxn id="164" idx="3"/>
          </p:cNvCxnSpPr>
          <p:nvPr/>
        </p:nvCxnSpPr>
        <p:spPr>
          <a:xfrm rot="16200000" flipV="1">
            <a:off x="8086738" y="13001186"/>
            <a:ext cx="947646" cy="26613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11EE5028-F913-D716-CA9D-BF2EF8E14407}"/>
              </a:ext>
            </a:extLst>
          </p:cNvPr>
          <p:cNvSpPr txBox="1"/>
          <p:nvPr/>
        </p:nvSpPr>
        <p:spPr>
          <a:xfrm>
            <a:off x="4526064" y="15722054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365AE53-388C-5648-26CB-0592EA0BA4F3}"/>
              </a:ext>
            </a:extLst>
          </p:cNvPr>
          <p:cNvSpPr txBox="1"/>
          <p:nvPr/>
        </p:nvSpPr>
        <p:spPr>
          <a:xfrm>
            <a:off x="6976500" y="14836785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6555F15-74A5-04DE-BB8D-7183E46DD3BE}"/>
              </a:ext>
            </a:extLst>
          </p:cNvPr>
          <p:cNvSpPr/>
          <p:nvPr/>
        </p:nvSpPr>
        <p:spPr>
          <a:xfrm>
            <a:off x="1804115" y="13591036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6</a:t>
            </a:r>
            <a:endParaRPr lang="en-US" b="1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4DB195B1-7FC6-5B98-8E71-0DBBC2E419DA}"/>
              </a:ext>
            </a:extLst>
          </p:cNvPr>
          <p:cNvSpPr/>
          <p:nvPr/>
        </p:nvSpPr>
        <p:spPr>
          <a:xfrm>
            <a:off x="2649779" y="16265496"/>
            <a:ext cx="4577080" cy="534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/>
              <a:t>Paridad final</a:t>
            </a:r>
          </a:p>
          <a:p>
            <a:pPr algn="ctr"/>
            <a:r>
              <a:rPr lang="es-ES" sz="1200" i="1" dirty="0" err="1"/>
              <a:t>wheel_sep</a:t>
            </a:r>
            <a:r>
              <a:rPr lang="es-ES" sz="1200" i="1" dirty="0"/>
              <a:t>, </a:t>
            </a:r>
            <a:r>
              <a:rPr lang="es-ES" sz="1200" i="1" dirty="0" err="1"/>
              <a:t>wheel_radius</a:t>
            </a:r>
            <a:r>
              <a:rPr lang="es-ES" sz="1200" i="1" dirty="0"/>
              <a:t> idénticos en 4 archivos</a:t>
            </a:r>
            <a:endParaRPr lang="en-US" sz="1050" i="1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DE566E6-305C-27A5-836E-D1C176547A29}"/>
              </a:ext>
            </a:extLst>
          </p:cNvPr>
          <p:cNvGrpSpPr/>
          <p:nvPr/>
        </p:nvGrpSpPr>
        <p:grpSpPr>
          <a:xfrm>
            <a:off x="3895386" y="17399096"/>
            <a:ext cx="2087195" cy="941276"/>
            <a:chOff x="3561736" y="2198532"/>
            <a:chExt cx="2728452" cy="1230468"/>
          </a:xfrm>
        </p:grpSpPr>
        <p:sp>
          <p:nvSpPr>
            <p:cNvPr id="178" name="Diamond 177">
              <a:extLst>
                <a:ext uri="{FF2B5EF4-FFF2-40B4-BE49-F238E27FC236}">
                  <a16:creationId xmlns:a16="http://schemas.microsoft.com/office/drawing/2014/main" id="{C9E70EDD-AF34-480A-6888-2312CFB4AD19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3" b="1" dirty="0">
                <a:solidFill>
                  <a:srgbClr val="CC9B00"/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1B8A1AAC-E57D-14D6-E652-ECC32686BA53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36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71" b="1" dirty="0">
                  <a:solidFill>
                    <a:srgbClr val="C49500"/>
                  </a:solidFill>
                </a:rPr>
                <a:t>¿OK?</a:t>
              </a:r>
              <a:endParaRPr lang="en-US" sz="1071" b="1" dirty="0">
                <a:solidFill>
                  <a:srgbClr val="C49500"/>
                </a:solidFill>
              </a:endParaRPr>
            </a:p>
          </p:txBody>
        </p:sp>
      </p:grp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997F795F-4895-7097-F7E2-B97B916AF20F}"/>
              </a:ext>
            </a:extLst>
          </p:cNvPr>
          <p:cNvSpPr/>
          <p:nvPr/>
        </p:nvSpPr>
        <p:spPr>
          <a:xfrm>
            <a:off x="8414490" y="17480149"/>
            <a:ext cx="2947491" cy="7791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>
                <a:solidFill>
                  <a:schemeClr val="accent2">
                    <a:lumMod val="75000"/>
                  </a:schemeClr>
                </a:solidFill>
              </a:rPr>
              <a:t>Corregir valor discrepante en archivo fuente</a:t>
            </a:r>
            <a:endParaRPr lang="en-US" sz="1377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1C69E61E-058C-E156-18C5-DE2E8EE2759B}"/>
              </a:ext>
            </a:extLst>
          </p:cNvPr>
          <p:cNvCxnSpPr>
            <a:cxnSpLocks/>
            <a:stCxn id="176" idx="2"/>
            <a:endCxn id="178" idx="0"/>
          </p:cNvCxnSpPr>
          <p:nvPr/>
        </p:nvCxnSpPr>
        <p:spPr>
          <a:xfrm>
            <a:off x="4938319" y="16799517"/>
            <a:ext cx="660" cy="599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E61AA890-A0FD-64CA-EE5D-F6DADF5954D8}"/>
              </a:ext>
            </a:extLst>
          </p:cNvPr>
          <p:cNvCxnSpPr>
            <a:stCxn id="179" idx="3"/>
            <a:endCxn id="180" idx="1"/>
          </p:cNvCxnSpPr>
          <p:nvPr/>
        </p:nvCxnSpPr>
        <p:spPr>
          <a:xfrm flipV="1">
            <a:off x="5982581" y="17869734"/>
            <a:ext cx="2431909" cy="1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67527CC-48E5-F5F4-2109-572C06839678}"/>
              </a:ext>
            </a:extLst>
          </p:cNvPr>
          <p:cNvCxnSpPr>
            <a:cxnSpLocks/>
            <a:stCxn id="178" idx="2"/>
          </p:cNvCxnSpPr>
          <p:nvPr/>
        </p:nvCxnSpPr>
        <p:spPr>
          <a:xfrm flipH="1">
            <a:off x="4938319" y="18340372"/>
            <a:ext cx="660" cy="6095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FCF88B11-2E3A-9A14-F532-16849F9DEDBB}"/>
              </a:ext>
            </a:extLst>
          </p:cNvPr>
          <p:cNvCxnSpPr>
            <a:stCxn id="180" idx="0"/>
            <a:endCxn id="176" idx="3"/>
          </p:cNvCxnSpPr>
          <p:nvPr/>
        </p:nvCxnSpPr>
        <p:spPr>
          <a:xfrm rot="16200000" flipV="1">
            <a:off x="8083723" y="15675643"/>
            <a:ext cx="947646" cy="26613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6082F8F5-D94B-3573-BFAE-7294CBB843D6}"/>
              </a:ext>
            </a:extLst>
          </p:cNvPr>
          <p:cNvSpPr txBox="1"/>
          <p:nvPr/>
        </p:nvSpPr>
        <p:spPr>
          <a:xfrm>
            <a:off x="4523049" y="18396511"/>
            <a:ext cx="3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B050"/>
                </a:solidFill>
              </a:rPr>
              <a:t>Si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8612B2E-4883-E457-D75D-7390884CE8A3}"/>
              </a:ext>
            </a:extLst>
          </p:cNvPr>
          <p:cNvSpPr txBox="1"/>
          <p:nvPr/>
        </p:nvSpPr>
        <p:spPr>
          <a:xfrm>
            <a:off x="6973485" y="17511242"/>
            <a:ext cx="50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861AE0A2-8256-C064-C145-E532DCD8EB22}"/>
              </a:ext>
            </a:extLst>
          </p:cNvPr>
          <p:cNvSpPr/>
          <p:nvPr/>
        </p:nvSpPr>
        <p:spPr>
          <a:xfrm>
            <a:off x="1801100" y="16265493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7</a:t>
            </a:r>
            <a:endParaRPr lang="en-US" b="1" dirty="0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48630E8E-A73A-6224-DD3A-4A237F57E1EF}"/>
              </a:ext>
            </a:extLst>
          </p:cNvPr>
          <p:cNvSpPr/>
          <p:nvPr/>
        </p:nvSpPr>
        <p:spPr>
          <a:xfrm>
            <a:off x="2649779" y="18955611"/>
            <a:ext cx="4577080" cy="53402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77" b="1" dirty="0">
                <a:solidFill>
                  <a:schemeClr val="accent3">
                    <a:lumMod val="75000"/>
                  </a:schemeClr>
                </a:solidFill>
              </a:rPr>
              <a:t>Listo para SLAM / Nav2</a:t>
            </a:r>
            <a:endParaRPr lang="en-US" sz="1050" i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ADCCA491-ADE8-EEC9-D4F6-5497D86223AC}"/>
              </a:ext>
            </a:extLst>
          </p:cNvPr>
          <p:cNvSpPr/>
          <p:nvPr/>
        </p:nvSpPr>
        <p:spPr>
          <a:xfrm>
            <a:off x="2845697" y="20358166"/>
            <a:ext cx="758821" cy="418331"/>
          </a:xfrm>
          <a:prstGeom prst="diamond">
            <a:avLst/>
          </a:prstGeom>
          <a:solidFill>
            <a:srgbClr val="FFFF9B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7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EF1CDB-C034-6C17-6A42-7890C15E6EBE}"/>
              </a:ext>
            </a:extLst>
          </p:cNvPr>
          <p:cNvSpPr txBox="1"/>
          <p:nvPr/>
        </p:nvSpPr>
        <p:spPr>
          <a:xfrm>
            <a:off x="3833704" y="20375662"/>
            <a:ext cx="1803728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Condicional</a:t>
            </a:r>
            <a:endParaRPr lang="en-US" sz="1608" i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465989-E197-8436-62ED-328C487C84E7}"/>
              </a:ext>
            </a:extLst>
          </p:cNvPr>
          <p:cNvSpPr/>
          <p:nvPr/>
        </p:nvSpPr>
        <p:spPr>
          <a:xfrm>
            <a:off x="5548850" y="20349454"/>
            <a:ext cx="758820" cy="418332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E15EAA-8F46-9F6C-89BB-F6C7F72D0238}"/>
              </a:ext>
            </a:extLst>
          </p:cNvPr>
          <p:cNvSpPr txBox="1"/>
          <p:nvPr/>
        </p:nvSpPr>
        <p:spPr>
          <a:xfrm>
            <a:off x="6580699" y="20388356"/>
            <a:ext cx="1988345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Paso de verificación</a:t>
            </a:r>
            <a:endParaRPr lang="en-US" sz="1608" i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DB5313-BB2B-F320-3D71-7860FEB0AF20}"/>
              </a:ext>
            </a:extLst>
          </p:cNvPr>
          <p:cNvSpPr/>
          <p:nvPr/>
        </p:nvSpPr>
        <p:spPr>
          <a:xfrm>
            <a:off x="8879744" y="20371709"/>
            <a:ext cx="758820" cy="401002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61800B-06F4-F35A-F993-EDB423B82863}"/>
              </a:ext>
            </a:extLst>
          </p:cNvPr>
          <p:cNvSpPr txBox="1"/>
          <p:nvPr/>
        </p:nvSpPr>
        <p:spPr>
          <a:xfrm>
            <a:off x="9911595" y="20396302"/>
            <a:ext cx="1759886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Acción correctiva</a:t>
            </a:r>
            <a:endParaRPr lang="en-US" sz="1608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EFDAD1-32C6-7105-22AF-F11291F1C279}"/>
              </a:ext>
            </a:extLst>
          </p:cNvPr>
          <p:cNvSpPr txBox="1"/>
          <p:nvPr/>
        </p:nvSpPr>
        <p:spPr>
          <a:xfrm>
            <a:off x="1421375" y="20388356"/>
            <a:ext cx="1803728" cy="375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38" b="1" i="1" dirty="0"/>
              <a:t>Leyenda</a:t>
            </a:r>
            <a:r>
              <a:rPr lang="es-ES" sz="1838" b="1" dirty="0"/>
              <a:t>:</a:t>
            </a:r>
            <a:endParaRPr lang="en-US" sz="1838" b="1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7D074B-6905-D4EE-4ED6-283894820C7A}"/>
              </a:ext>
            </a:extLst>
          </p:cNvPr>
          <p:cNvSpPr/>
          <p:nvPr/>
        </p:nvSpPr>
        <p:spPr>
          <a:xfrm>
            <a:off x="1235673" y="20168402"/>
            <a:ext cx="10604892" cy="779170"/>
          </a:xfrm>
          <a:prstGeom prst="roundRect">
            <a:avLst>
              <a:gd name="adj" fmla="val 7552"/>
            </a:avLst>
          </a:prstGeom>
          <a:noFill/>
          <a:ln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30380E39-CBF2-B2D4-EF1F-092E4A278ED4}"/>
              </a:ext>
            </a:extLst>
          </p:cNvPr>
          <p:cNvSpPr/>
          <p:nvPr/>
        </p:nvSpPr>
        <p:spPr>
          <a:xfrm>
            <a:off x="5539627" y="20349454"/>
            <a:ext cx="768042" cy="4232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i="1" dirty="0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E48D3E33-FD48-4682-AD96-35E1D7C791AC}"/>
              </a:ext>
            </a:extLst>
          </p:cNvPr>
          <p:cNvSpPr/>
          <p:nvPr/>
        </p:nvSpPr>
        <p:spPr>
          <a:xfrm>
            <a:off x="8879745" y="20358166"/>
            <a:ext cx="768042" cy="42325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7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378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232</Words>
  <Application>Microsoft Office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1</cp:revision>
  <dcterms:created xsi:type="dcterms:W3CDTF">2026-03-24T19:46:13Z</dcterms:created>
  <dcterms:modified xsi:type="dcterms:W3CDTF">2026-03-24T20:39:33Z</dcterms:modified>
</cp:coreProperties>
</file>