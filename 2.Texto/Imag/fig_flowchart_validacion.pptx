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13076238" cy="22585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807" autoAdjust="0"/>
    <p:restoredTop sz="94660"/>
  </p:normalViewPr>
  <p:slideViewPr>
    <p:cSldViewPr snapToGrid="0">
      <p:cViewPr>
        <p:scale>
          <a:sx n="50" d="100"/>
          <a:sy n="50" d="100"/>
        </p:scale>
        <p:origin x="1411" y="-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0718" y="3696264"/>
            <a:ext cx="11114802" cy="7863052"/>
          </a:xfrm>
        </p:spPr>
        <p:txBody>
          <a:bodyPr anchor="b"/>
          <a:lstStyle>
            <a:lvl1pPr algn="ctr">
              <a:defRPr sz="85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4530" y="11862545"/>
            <a:ext cx="9807179" cy="5452900"/>
          </a:xfrm>
        </p:spPr>
        <p:txBody>
          <a:bodyPr/>
          <a:lstStyle>
            <a:lvl1pPr marL="0" indent="0" algn="ctr">
              <a:buNone/>
              <a:defRPr sz="3432"/>
            </a:lvl1pPr>
            <a:lvl2pPr marL="653796" indent="0" algn="ctr">
              <a:buNone/>
              <a:defRPr sz="2860"/>
            </a:lvl2pPr>
            <a:lvl3pPr marL="1307592" indent="0" algn="ctr">
              <a:buNone/>
              <a:defRPr sz="2574"/>
            </a:lvl3pPr>
            <a:lvl4pPr marL="1961388" indent="0" algn="ctr">
              <a:buNone/>
              <a:defRPr sz="2288"/>
            </a:lvl4pPr>
            <a:lvl5pPr marL="2615184" indent="0" algn="ctr">
              <a:buNone/>
              <a:defRPr sz="2288"/>
            </a:lvl5pPr>
            <a:lvl6pPr marL="3268980" indent="0" algn="ctr">
              <a:buNone/>
              <a:defRPr sz="2288"/>
            </a:lvl6pPr>
            <a:lvl7pPr marL="3922776" indent="0" algn="ctr">
              <a:buNone/>
              <a:defRPr sz="2288"/>
            </a:lvl7pPr>
            <a:lvl8pPr marL="4576572" indent="0" algn="ctr">
              <a:buNone/>
              <a:defRPr sz="2288"/>
            </a:lvl8pPr>
            <a:lvl9pPr marL="5230368" indent="0" algn="ctr">
              <a:buNone/>
              <a:defRPr sz="228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541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679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182" y="5630663"/>
            <a:ext cx="11278255" cy="9394882"/>
          </a:xfrm>
        </p:spPr>
        <p:txBody>
          <a:bodyPr anchor="b"/>
          <a:lstStyle>
            <a:lvl1pPr>
              <a:defRPr sz="85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2182" y="15114424"/>
            <a:ext cx="11278255" cy="4940547"/>
          </a:xfrm>
        </p:spPr>
        <p:txBody>
          <a:bodyPr/>
          <a:lstStyle>
            <a:lvl1pPr marL="0" indent="0">
              <a:buNone/>
              <a:defRPr sz="3432">
                <a:solidFill>
                  <a:schemeClr val="tx1">
                    <a:tint val="82000"/>
                  </a:schemeClr>
                </a:solidFill>
              </a:defRPr>
            </a:lvl1pPr>
            <a:lvl2pPr marL="653796" indent="0">
              <a:buNone/>
              <a:defRPr sz="2860">
                <a:solidFill>
                  <a:schemeClr val="tx1">
                    <a:tint val="82000"/>
                  </a:schemeClr>
                </a:solidFill>
              </a:defRPr>
            </a:lvl2pPr>
            <a:lvl3pPr marL="1307592" indent="0">
              <a:buNone/>
              <a:defRPr sz="2574">
                <a:solidFill>
                  <a:schemeClr val="tx1">
                    <a:tint val="82000"/>
                  </a:schemeClr>
                </a:solidFill>
              </a:defRPr>
            </a:lvl3pPr>
            <a:lvl4pPr marL="1961388" indent="0">
              <a:buNone/>
              <a:defRPr sz="2288">
                <a:solidFill>
                  <a:schemeClr val="tx1">
                    <a:tint val="82000"/>
                  </a:schemeClr>
                </a:solidFill>
              </a:defRPr>
            </a:lvl4pPr>
            <a:lvl5pPr marL="2615184" indent="0">
              <a:buNone/>
              <a:defRPr sz="2288">
                <a:solidFill>
                  <a:schemeClr val="tx1">
                    <a:tint val="82000"/>
                  </a:schemeClr>
                </a:solidFill>
              </a:defRPr>
            </a:lvl5pPr>
            <a:lvl6pPr marL="3268980" indent="0">
              <a:buNone/>
              <a:defRPr sz="2288">
                <a:solidFill>
                  <a:schemeClr val="tx1">
                    <a:tint val="82000"/>
                  </a:schemeClr>
                </a:solidFill>
              </a:defRPr>
            </a:lvl6pPr>
            <a:lvl7pPr marL="3922776" indent="0">
              <a:buNone/>
              <a:defRPr sz="2288">
                <a:solidFill>
                  <a:schemeClr val="tx1">
                    <a:tint val="82000"/>
                  </a:schemeClr>
                </a:solidFill>
              </a:defRPr>
            </a:lvl7pPr>
            <a:lvl8pPr marL="4576572" indent="0">
              <a:buNone/>
              <a:defRPr sz="2288">
                <a:solidFill>
                  <a:schemeClr val="tx1">
                    <a:tint val="82000"/>
                  </a:schemeClr>
                </a:solidFill>
              </a:defRPr>
            </a:lvl8pPr>
            <a:lvl9pPr marL="5230368" indent="0">
              <a:buNone/>
              <a:defRPr sz="228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079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8991" y="6012307"/>
            <a:ext cx="5557401" cy="143302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9846" y="6012307"/>
            <a:ext cx="5557401" cy="143302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55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695" y="1202466"/>
            <a:ext cx="11278255" cy="43654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696" y="5536552"/>
            <a:ext cx="5531861" cy="2713379"/>
          </a:xfrm>
        </p:spPr>
        <p:txBody>
          <a:bodyPr anchor="b"/>
          <a:lstStyle>
            <a:lvl1pPr marL="0" indent="0">
              <a:buNone/>
              <a:defRPr sz="3432" b="1"/>
            </a:lvl1pPr>
            <a:lvl2pPr marL="653796" indent="0">
              <a:buNone/>
              <a:defRPr sz="2860" b="1"/>
            </a:lvl2pPr>
            <a:lvl3pPr marL="1307592" indent="0">
              <a:buNone/>
              <a:defRPr sz="2574" b="1"/>
            </a:lvl3pPr>
            <a:lvl4pPr marL="1961388" indent="0">
              <a:buNone/>
              <a:defRPr sz="2288" b="1"/>
            </a:lvl4pPr>
            <a:lvl5pPr marL="2615184" indent="0">
              <a:buNone/>
              <a:defRPr sz="2288" b="1"/>
            </a:lvl5pPr>
            <a:lvl6pPr marL="3268980" indent="0">
              <a:buNone/>
              <a:defRPr sz="2288" b="1"/>
            </a:lvl6pPr>
            <a:lvl7pPr marL="3922776" indent="0">
              <a:buNone/>
              <a:defRPr sz="2288" b="1"/>
            </a:lvl7pPr>
            <a:lvl8pPr marL="4576572" indent="0">
              <a:buNone/>
              <a:defRPr sz="2288" b="1"/>
            </a:lvl8pPr>
            <a:lvl9pPr marL="5230368" indent="0">
              <a:buNone/>
              <a:defRPr sz="228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0696" y="8249931"/>
            <a:ext cx="5531861" cy="121344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19846" y="5536552"/>
            <a:ext cx="5559104" cy="2713379"/>
          </a:xfrm>
        </p:spPr>
        <p:txBody>
          <a:bodyPr anchor="b"/>
          <a:lstStyle>
            <a:lvl1pPr marL="0" indent="0">
              <a:buNone/>
              <a:defRPr sz="3432" b="1"/>
            </a:lvl1pPr>
            <a:lvl2pPr marL="653796" indent="0">
              <a:buNone/>
              <a:defRPr sz="2860" b="1"/>
            </a:lvl2pPr>
            <a:lvl3pPr marL="1307592" indent="0">
              <a:buNone/>
              <a:defRPr sz="2574" b="1"/>
            </a:lvl3pPr>
            <a:lvl4pPr marL="1961388" indent="0">
              <a:buNone/>
              <a:defRPr sz="2288" b="1"/>
            </a:lvl4pPr>
            <a:lvl5pPr marL="2615184" indent="0">
              <a:buNone/>
              <a:defRPr sz="2288" b="1"/>
            </a:lvl5pPr>
            <a:lvl6pPr marL="3268980" indent="0">
              <a:buNone/>
              <a:defRPr sz="2288" b="1"/>
            </a:lvl6pPr>
            <a:lvl7pPr marL="3922776" indent="0">
              <a:buNone/>
              <a:defRPr sz="2288" b="1"/>
            </a:lvl7pPr>
            <a:lvl8pPr marL="4576572" indent="0">
              <a:buNone/>
              <a:defRPr sz="2288" b="1"/>
            </a:lvl8pPr>
            <a:lvl9pPr marL="5230368" indent="0">
              <a:buNone/>
              <a:defRPr sz="228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19846" y="8249931"/>
            <a:ext cx="5559104" cy="121344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87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108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457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695" y="1505691"/>
            <a:ext cx="4217427" cy="5269918"/>
          </a:xfrm>
        </p:spPr>
        <p:txBody>
          <a:bodyPr anchor="b"/>
          <a:lstStyle>
            <a:lvl1pPr>
              <a:defRPr sz="457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59105" y="3251879"/>
            <a:ext cx="6619845" cy="16050246"/>
          </a:xfrm>
        </p:spPr>
        <p:txBody>
          <a:bodyPr/>
          <a:lstStyle>
            <a:lvl1pPr>
              <a:defRPr sz="4576"/>
            </a:lvl1pPr>
            <a:lvl2pPr>
              <a:defRPr sz="4004"/>
            </a:lvl2pPr>
            <a:lvl3pPr>
              <a:defRPr sz="3432"/>
            </a:lvl3pPr>
            <a:lvl4pPr>
              <a:defRPr sz="2860"/>
            </a:lvl4pPr>
            <a:lvl5pPr>
              <a:defRPr sz="2860"/>
            </a:lvl5pPr>
            <a:lvl6pPr>
              <a:defRPr sz="2860"/>
            </a:lvl6pPr>
            <a:lvl7pPr>
              <a:defRPr sz="2860"/>
            </a:lvl7pPr>
            <a:lvl8pPr>
              <a:defRPr sz="2860"/>
            </a:lvl8pPr>
            <a:lvl9pPr>
              <a:defRPr sz="28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0695" y="6775609"/>
            <a:ext cx="4217427" cy="12552654"/>
          </a:xfrm>
        </p:spPr>
        <p:txBody>
          <a:bodyPr/>
          <a:lstStyle>
            <a:lvl1pPr marL="0" indent="0">
              <a:buNone/>
              <a:defRPr sz="2288"/>
            </a:lvl1pPr>
            <a:lvl2pPr marL="653796" indent="0">
              <a:buNone/>
              <a:defRPr sz="2002"/>
            </a:lvl2pPr>
            <a:lvl3pPr marL="1307592" indent="0">
              <a:buNone/>
              <a:defRPr sz="1716"/>
            </a:lvl3pPr>
            <a:lvl4pPr marL="1961388" indent="0">
              <a:buNone/>
              <a:defRPr sz="1430"/>
            </a:lvl4pPr>
            <a:lvl5pPr marL="2615184" indent="0">
              <a:buNone/>
              <a:defRPr sz="1430"/>
            </a:lvl5pPr>
            <a:lvl6pPr marL="3268980" indent="0">
              <a:buNone/>
              <a:defRPr sz="1430"/>
            </a:lvl6pPr>
            <a:lvl7pPr marL="3922776" indent="0">
              <a:buNone/>
              <a:defRPr sz="1430"/>
            </a:lvl7pPr>
            <a:lvl8pPr marL="4576572" indent="0">
              <a:buNone/>
              <a:defRPr sz="1430"/>
            </a:lvl8pPr>
            <a:lvl9pPr marL="5230368" indent="0">
              <a:buNone/>
              <a:defRPr sz="14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86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695" y="1505691"/>
            <a:ext cx="4217427" cy="5269918"/>
          </a:xfrm>
        </p:spPr>
        <p:txBody>
          <a:bodyPr anchor="b"/>
          <a:lstStyle>
            <a:lvl1pPr>
              <a:defRPr sz="457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59105" y="3251879"/>
            <a:ext cx="6619845" cy="16050246"/>
          </a:xfrm>
        </p:spPr>
        <p:txBody>
          <a:bodyPr anchor="t"/>
          <a:lstStyle>
            <a:lvl1pPr marL="0" indent="0">
              <a:buNone/>
              <a:defRPr sz="4576"/>
            </a:lvl1pPr>
            <a:lvl2pPr marL="653796" indent="0">
              <a:buNone/>
              <a:defRPr sz="4004"/>
            </a:lvl2pPr>
            <a:lvl3pPr marL="1307592" indent="0">
              <a:buNone/>
              <a:defRPr sz="3432"/>
            </a:lvl3pPr>
            <a:lvl4pPr marL="1961388" indent="0">
              <a:buNone/>
              <a:defRPr sz="2860"/>
            </a:lvl4pPr>
            <a:lvl5pPr marL="2615184" indent="0">
              <a:buNone/>
              <a:defRPr sz="2860"/>
            </a:lvl5pPr>
            <a:lvl6pPr marL="3268980" indent="0">
              <a:buNone/>
              <a:defRPr sz="2860"/>
            </a:lvl6pPr>
            <a:lvl7pPr marL="3922776" indent="0">
              <a:buNone/>
              <a:defRPr sz="2860"/>
            </a:lvl7pPr>
            <a:lvl8pPr marL="4576572" indent="0">
              <a:buNone/>
              <a:defRPr sz="2860"/>
            </a:lvl8pPr>
            <a:lvl9pPr marL="5230368" indent="0">
              <a:buNone/>
              <a:defRPr sz="28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0695" y="6775609"/>
            <a:ext cx="4217427" cy="12552654"/>
          </a:xfrm>
        </p:spPr>
        <p:txBody>
          <a:bodyPr/>
          <a:lstStyle>
            <a:lvl1pPr marL="0" indent="0">
              <a:buNone/>
              <a:defRPr sz="2288"/>
            </a:lvl1pPr>
            <a:lvl2pPr marL="653796" indent="0">
              <a:buNone/>
              <a:defRPr sz="2002"/>
            </a:lvl2pPr>
            <a:lvl3pPr marL="1307592" indent="0">
              <a:buNone/>
              <a:defRPr sz="1716"/>
            </a:lvl3pPr>
            <a:lvl4pPr marL="1961388" indent="0">
              <a:buNone/>
              <a:defRPr sz="1430"/>
            </a:lvl4pPr>
            <a:lvl5pPr marL="2615184" indent="0">
              <a:buNone/>
              <a:defRPr sz="1430"/>
            </a:lvl5pPr>
            <a:lvl6pPr marL="3268980" indent="0">
              <a:buNone/>
              <a:defRPr sz="1430"/>
            </a:lvl6pPr>
            <a:lvl7pPr marL="3922776" indent="0">
              <a:buNone/>
              <a:defRPr sz="1430"/>
            </a:lvl7pPr>
            <a:lvl8pPr marL="4576572" indent="0">
              <a:buNone/>
              <a:defRPr sz="1430"/>
            </a:lvl8pPr>
            <a:lvl9pPr marL="5230368" indent="0">
              <a:buNone/>
              <a:defRPr sz="14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855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41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57683" y="1202462"/>
            <a:ext cx="2819564" cy="1914005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8992" y="1202462"/>
            <a:ext cx="8295238" cy="191400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5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8992" y="1202466"/>
            <a:ext cx="11278255" cy="43654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8992" y="6012307"/>
            <a:ext cx="11278255" cy="143302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8991" y="20933291"/>
            <a:ext cx="2942154" cy="120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3B9FF6-6E58-4B6F-9AEA-4777543E12E2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31504" y="20933291"/>
            <a:ext cx="4413230" cy="120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35093" y="20933291"/>
            <a:ext cx="2942154" cy="120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C147C1-57FB-4233-B7D5-5A0A57F06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0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307592" rtl="0" eaLnBrk="1" latinLnBrk="0" hangingPunct="1">
        <a:lnSpc>
          <a:spcPct val="90000"/>
        </a:lnSpc>
        <a:spcBef>
          <a:spcPct val="0"/>
        </a:spcBef>
        <a:buNone/>
        <a:defRPr sz="62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6898" indent="-326898" algn="l" defTabSz="1307592" rtl="0" eaLnBrk="1" latinLnBrk="0" hangingPunct="1">
        <a:lnSpc>
          <a:spcPct val="90000"/>
        </a:lnSpc>
        <a:spcBef>
          <a:spcPts val="1430"/>
        </a:spcBef>
        <a:buFont typeface="Arial" panose="020B0604020202020204" pitchFamily="34" charset="0"/>
        <a:buChar char="•"/>
        <a:defRPr sz="4004" kern="1200">
          <a:solidFill>
            <a:schemeClr val="tx1"/>
          </a:solidFill>
          <a:latin typeface="+mn-lt"/>
          <a:ea typeface="+mn-ea"/>
          <a:cs typeface="+mn-cs"/>
        </a:defRPr>
      </a:lvl1pPr>
      <a:lvl2pPr marL="980694" indent="-326898" algn="l" defTabSz="1307592" rtl="0" eaLnBrk="1" latinLnBrk="0" hangingPunct="1">
        <a:lnSpc>
          <a:spcPct val="90000"/>
        </a:lnSpc>
        <a:spcBef>
          <a:spcPts val="715"/>
        </a:spcBef>
        <a:buFont typeface="Arial" panose="020B0604020202020204" pitchFamily="34" charset="0"/>
        <a:buChar char="•"/>
        <a:defRPr sz="3432" kern="1200">
          <a:solidFill>
            <a:schemeClr val="tx1"/>
          </a:solidFill>
          <a:latin typeface="+mn-lt"/>
          <a:ea typeface="+mn-ea"/>
          <a:cs typeface="+mn-cs"/>
        </a:defRPr>
      </a:lvl2pPr>
      <a:lvl3pPr marL="1634490" indent="-326898" algn="l" defTabSz="1307592" rtl="0" eaLnBrk="1" latinLnBrk="0" hangingPunct="1">
        <a:lnSpc>
          <a:spcPct val="90000"/>
        </a:lnSpc>
        <a:spcBef>
          <a:spcPts val="715"/>
        </a:spcBef>
        <a:buFont typeface="Arial" panose="020B0604020202020204" pitchFamily="34" charset="0"/>
        <a:buChar char="•"/>
        <a:defRPr sz="2860" kern="1200">
          <a:solidFill>
            <a:schemeClr val="tx1"/>
          </a:solidFill>
          <a:latin typeface="+mn-lt"/>
          <a:ea typeface="+mn-ea"/>
          <a:cs typeface="+mn-cs"/>
        </a:defRPr>
      </a:lvl3pPr>
      <a:lvl4pPr marL="2288286" indent="-326898" algn="l" defTabSz="1307592" rtl="0" eaLnBrk="1" latinLnBrk="0" hangingPunct="1">
        <a:lnSpc>
          <a:spcPct val="90000"/>
        </a:lnSpc>
        <a:spcBef>
          <a:spcPts val="715"/>
        </a:spcBef>
        <a:buFont typeface="Arial" panose="020B0604020202020204" pitchFamily="34" charset="0"/>
        <a:buChar char="•"/>
        <a:defRPr sz="2574" kern="1200">
          <a:solidFill>
            <a:schemeClr val="tx1"/>
          </a:solidFill>
          <a:latin typeface="+mn-lt"/>
          <a:ea typeface="+mn-ea"/>
          <a:cs typeface="+mn-cs"/>
        </a:defRPr>
      </a:lvl4pPr>
      <a:lvl5pPr marL="2942082" indent="-326898" algn="l" defTabSz="1307592" rtl="0" eaLnBrk="1" latinLnBrk="0" hangingPunct="1">
        <a:lnSpc>
          <a:spcPct val="90000"/>
        </a:lnSpc>
        <a:spcBef>
          <a:spcPts val="715"/>
        </a:spcBef>
        <a:buFont typeface="Arial" panose="020B0604020202020204" pitchFamily="34" charset="0"/>
        <a:buChar char="•"/>
        <a:defRPr sz="2574" kern="1200">
          <a:solidFill>
            <a:schemeClr val="tx1"/>
          </a:solidFill>
          <a:latin typeface="+mn-lt"/>
          <a:ea typeface="+mn-ea"/>
          <a:cs typeface="+mn-cs"/>
        </a:defRPr>
      </a:lvl5pPr>
      <a:lvl6pPr marL="3595878" indent="-326898" algn="l" defTabSz="1307592" rtl="0" eaLnBrk="1" latinLnBrk="0" hangingPunct="1">
        <a:lnSpc>
          <a:spcPct val="90000"/>
        </a:lnSpc>
        <a:spcBef>
          <a:spcPts val="715"/>
        </a:spcBef>
        <a:buFont typeface="Arial" panose="020B0604020202020204" pitchFamily="34" charset="0"/>
        <a:buChar char="•"/>
        <a:defRPr sz="2574" kern="1200">
          <a:solidFill>
            <a:schemeClr val="tx1"/>
          </a:solidFill>
          <a:latin typeface="+mn-lt"/>
          <a:ea typeface="+mn-ea"/>
          <a:cs typeface="+mn-cs"/>
        </a:defRPr>
      </a:lvl6pPr>
      <a:lvl7pPr marL="4249674" indent="-326898" algn="l" defTabSz="1307592" rtl="0" eaLnBrk="1" latinLnBrk="0" hangingPunct="1">
        <a:lnSpc>
          <a:spcPct val="90000"/>
        </a:lnSpc>
        <a:spcBef>
          <a:spcPts val="715"/>
        </a:spcBef>
        <a:buFont typeface="Arial" panose="020B0604020202020204" pitchFamily="34" charset="0"/>
        <a:buChar char="•"/>
        <a:defRPr sz="2574" kern="1200">
          <a:solidFill>
            <a:schemeClr val="tx1"/>
          </a:solidFill>
          <a:latin typeface="+mn-lt"/>
          <a:ea typeface="+mn-ea"/>
          <a:cs typeface="+mn-cs"/>
        </a:defRPr>
      </a:lvl7pPr>
      <a:lvl8pPr marL="4903470" indent="-326898" algn="l" defTabSz="1307592" rtl="0" eaLnBrk="1" latinLnBrk="0" hangingPunct="1">
        <a:lnSpc>
          <a:spcPct val="90000"/>
        </a:lnSpc>
        <a:spcBef>
          <a:spcPts val="715"/>
        </a:spcBef>
        <a:buFont typeface="Arial" panose="020B0604020202020204" pitchFamily="34" charset="0"/>
        <a:buChar char="•"/>
        <a:defRPr sz="2574" kern="1200">
          <a:solidFill>
            <a:schemeClr val="tx1"/>
          </a:solidFill>
          <a:latin typeface="+mn-lt"/>
          <a:ea typeface="+mn-ea"/>
          <a:cs typeface="+mn-cs"/>
        </a:defRPr>
      </a:lvl8pPr>
      <a:lvl9pPr marL="5557266" indent="-326898" algn="l" defTabSz="1307592" rtl="0" eaLnBrk="1" latinLnBrk="0" hangingPunct="1">
        <a:lnSpc>
          <a:spcPct val="90000"/>
        </a:lnSpc>
        <a:spcBef>
          <a:spcPts val="715"/>
        </a:spcBef>
        <a:buFont typeface="Arial" panose="020B0604020202020204" pitchFamily="34" charset="0"/>
        <a:buChar char="•"/>
        <a:defRPr sz="257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07592" rtl="0" eaLnBrk="1" latinLnBrk="0" hangingPunct="1">
        <a:defRPr sz="2574" kern="1200">
          <a:solidFill>
            <a:schemeClr val="tx1"/>
          </a:solidFill>
          <a:latin typeface="+mn-lt"/>
          <a:ea typeface="+mn-ea"/>
          <a:cs typeface="+mn-cs"/>
        </a:defRPr>
      </a:lvl1pPr>
      <a:lvl2pPr marL="653796" algn="l" defTabSz="1307592" rtl="0" eaLnBrk="1" latinLnBrk="0" hangingPunct="1">
        <a:defRPr sz="2574" kern="1200">
          <a:solidFill>
            <a:schemeClr val="tx1"/>
          </a:solidFill>
          <a:latin typeface="+mn-lt"/>
          <a:ea typeface="+mn-ea"/>
          <a:cs typeface="+mn-cs"/>
        </a:defRPr>
      </a:lvl2pPr>
      <a:lvl3pPr marL="1307592" algn="l" defTabSz="1307592" rtl="0" eaLnBrk="1" latinLnBrk="0" hangingPunct="1">
        <a:defRPr sz="2574" kern="1200">
          <a:solidFill>
            <a:schemeClr val="tx1"/>
          </a:solidFill>
          <a:latin typeface="+mn-lt"/>
          <a:ea typeface="+mn-ea"/>
          <a:cs typeface="+mn-cs"/>
        </a:defRPr>
      </a:lvl3pPr>
      <a:lvl4pPr marL="1961388" algn="l" defTabSz="1307592" rtl="0" eaLnBrk="1" latinLnBrk="0" hangingPunct="1">
        <a:defRPr sz="2574" kern="1200">
          <a:solidFill>
            <a:schemeClr val="tx1"/>
          </a:solidFill>
          <a:latin typeface="+mn-lt"/>
          <a:ea typeface="+mn-ea"/>
          <a:cs typeface="+mn-cs"/>
        </a:defRPr>
      </a:lvl4pPr>
      <a:lvl5pPr marL="2615184" algn="l" defTabSz="1307592" rtl="0" eaLnBrk="1" latinLnBrk="0" hangingPunct="1">
        <a:defRPr sz="2574" kern="1200">
          <a:solidFill>
            <a:schemeClr val="tx1"/>
          </a:solidFill>
          <a:latin typeface="+mn-lt"/>
          <a:ea typeface="+mn-ea"/>
          <a:cs typeface="+mn-cs"/>
        </a:defRPr>
      </a:lvl5pPr>
      <a:lvl6pPr marL="3268980" algn="l" defTabSz="1307592" rtl="0" eaLnBrk="1" latinLnBrk="0" hangingPunct="1">
        <a:defRPr sz="2574" kern="1200">
          <a:solidFill>
            <a:schemeClr val="tx1"/>
          </a:solidFill>
          <a:latin typeface="+mn-lt"/>
          <a:ea typeface="+mn-ea"/>
          <a:cs typeface="+mn-cs"/>
        </a:defRPr>
      </a:lvl6pPr>
      <a:lvl7pPr marL="3922776" algn="l" defTabSz="1307592" rtl="0" eaLnBrk="1" latinLnBrk="0" hangingPunct="1">
        <a:defRPr sz="2574" kern="1200">
          <a:solidFill>
            <a:schemeClr val="tx1"/>
          </a:solidFill>
          <a:latin typeface="+mn-lt"/>
          <a:ea typeface="+mn-ea"/>
          <a:cs typeface="+mn-cs"/>
        </a:defRPr>
      </a:lvl7pPr>
      <a:lvl8pPr marL="4576572" algn="l" defTabSz="1307592" rtl="0" eaLnBrk="1" latinLnBrk="0" hangingPunct="1">
        <a:defRPr sz="2574" kern="1200">
          <a:solidFill>
            <a:schemeClr val="tx1"/>
          </a:solidFill>
          <a:latin typeface="+mn-lt"/>
          <a:ea typeface="+mn-ea"/>
          <a:cs typeface="+mn-cs"/>
        </a:defRPr>
      </a:lvl8pPr>
      <a:lvl9pPr marL="5230368" algn="l" defTabSz="1307592" rtl="0" eaLnBrk="1" latinLnBrk="0" hangingPunct="1">
        <a:defRPr sz="257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68B806-D02E-A1FE-A852-4D81332209C3}"/>
              </a:ext>
            </a:extLst>
          </p:cNvPr>
          <p:cNvSpPr/>
          <p:nvPr/>
        </p:nvSpPr>
        <p:spPr>
          <a:xfrm>
            <a:off x="1176597" y="169571"/>
            <a:ext cx="8234843" cy="534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/>
              <a:t>Reloj y tiempo simulado</a:t>
            </a:r>
          </a:p>
          <a:p>
            <a:pPr algn="ctr"/>
            <a:r>
              <a:rPr lang="en-US" sz="1200" i="1" dirty="0"/>
              <a:t>/clock</a:t>
            </a:r>
            <a:r>
              <a:rPr lang="en-US" sz="1050" i="1" dirty="0"/>
              <a:t> ≥ 400 Hz, </a:t>
            </a:r>
            <a:r>
              <a:rPr lang="en-US" sz="1200" i="1" dirty="0" err="1"/>
              <a:t>use_sim_time</a:t>
            </a:r>
            <a:r>
              <a:rPr lang="en-US" sz="1200" i="1" dirty="0"/>
              <a:t>: true</a:t>
            </a:r>
            <a:endParaRPr lang="en-US" sz="1050" i="1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8D4E36A-E659-D441-5C13-989066D6DDD6}"/>
              </a:ext>
            </a:extLst>
          </p:cNvPr>
          <p:cNvSpPr/>
          <p:nvPr/>
        </p:nvSpPr>
        <p:spPr>
          <a:xfrm>
            <a:off x="7582529" y="938131"/>
            <a:ext cx="4853035" cy="50178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Revisar </a:t>
            </a:r>
            <a:r>
              <a:rPr lang="es-ES" sz="1377" b="1" dirty="0" err="1">
                <a:solidFill>
                  <a:schemeClr val="accent2">
                    <a:lumMod val="75000"/>
                  </a:schemeClr>
                </a:solidFill>
              </a:rPr>
              <a:t>gazebo_params.yaml</a:t>
            </a:r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 y argumento </a:t>
            </a:r>
            <a:r>
              <a:rPr lang="es-ES" sz="1377" b="1" dirty="0" err="1">
                <a:solidFill>
                  <a:schemeClr val="accent2">
                    <a:lumMod val="75000"/>
                  </a:schemeClr>
                </a:solidFill>
              </a:rPr>
              <a:t>use_sim_time</a:t>
            </a:r>
            <a:endParaRPr lang="en-US" sz="1377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D3B8FC-D710-2B6E-16E2-8EAAA1FF83AE}"/>
              </a:ext>
            </a:extLst>
          </p:cNvPr>
          <p:cNvCxnSpPr>
            <a:cxnSpLocks/>
            <a:stCxn id="4" idx="2"/>
            <a:endCxn id="61" idx="0"/>
          </p:cNvCxnSpPr>
          <p:nvPr/>
        </p:nvCxnSpPr>
        <p:spPr>
          <a:xfrm flipH="1">
            <a:off x="5294018" y="703592"/>
            <a:ext cx="1" cy="249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EFAE3E4-A9B8-E85E-EEBD-3FF7145FA642}"/>
              </a:ext>
            </a:extLst>
          </p:cNvPr>
          <p:cNvCxnSpPr>
            <a:cxnSpLocks/>
            <a:stCxn id="61" idx="3"/>
            <a:endCxn id="8" idx="1"/>
          </p:cNvCxnSpPr>
          <p:nvPr/>
        </p:nvCxnSpPr>
        <p:spPr>
          <a:xfrm>
            <a:off x="5736927" y="1182713"/>
            <a:ext cx="1845602" cy="63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E8896CC-8CEC-48AE-E2BA-0EC69D456458}"/>
              </a:ext>
            </a:extLst>
          </p:cNvPr>
          <p:cNvCxnSpPr>
            <a:cxnSpLocks/>
            <a:stCxn id="61" idx="2"/>
            <a:endCxn id="78" idx="0"/>
          </p:cNvCxnSpPr>
          <p:nvPr/>
        </p:nvCxnSpPr>
        <p:spPr>
          <a:xfrm>
            <a:off x="5294018" y="1412612"/>
            <a:ext cx="2" cy="35367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720713C-ACE7-8B3E-BFC0-A35BCF688FBC}"/>
              </a:ext>
            </a:extLst>
          </p:cNvPr>
          <p:cNvCxnSpPr>
            <a:cxnSpLocks/>
            <a:stCxn id="8" idx="0"/>
            <a:endCxn id="4" idx="3"/>
          </p:cNvCxnSpPr>
          <p:nvPr/>
        </p:nvCxnSpPr>
        <p:spPr>
          <a:xfrm rot="16200000" flipV="1">
            <a:off x="9459470" y="388553"/>
            <a:ext cx="501549" cy="5976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026A38A-6E3B-7287-DAA2-62DDA6317D98}"/>
              </a:ext>
            </a:extLst>
          </p:cNvPr>
          <p:cNvSpPr txBox="1"/>
          <p:nvPr/>
        </p:nvSpPr>
        <p:spPr>
          <a:xfrm>
            <a:off x="4881451" y="1363007"/>
            <a:ext cx="398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00B050"/>
                </a:solidFill>
              </a:rPr>
              <a:t>Si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79B283-63DF-BFC0-F886-8BFFE03CEAF4}"/>
              </a:ext>
            </a:extLst>
          </p:cNvPr>
          <p:cNvSpPr txBox="1"/>
          <p:nvPr/>
        </p:nvSpPr>
        <p:spPr>
          <a:xfrm>
            <a:off x="6428249" y="779188"/>
            <a:ext cx="506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FF0000"/>
                </a:solidFill>
              </a:rPr>
              <a:t>No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2131799-5CE4-53E9-BC53-74EDD577B371}"/>
              </a:ext>
            </a:extLst>
          </p:cNvPr>
          <p:cNvSpPr/>
          <p:nvPr/>
        </p:nvSpPr>
        <p:spPr>
          <a:xfrm>
            <a:off x="327920" y="169568"/>
            <a:ext cx="548640" cy="548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1</a:t>
            </a:r>
            <a:endParaRPr lang="en-US" b="1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0B295A69-091D-F62B-8F69-61E2B229CB62}"/>
              </a:ext>
            </a:extLst>
          </p:cNvPr>
          <p:cNvSpPr/>
          <p:nvPr/>
        </p:nvSpPr>
        <p:spPr>
          <a:xfrm>
            <a:off x="1176598" y="1766289"/>
            <a:ext cx="8234844" cy="534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/>
              <a:t>Geometría y transformaciones</a:t>
            </a:r>
            <a:endParaRPr lang="en-US" sz="1200" b="1" i="1" dirty="0"/>
          </a:p>
          <a:p>
            <a:pPr algn="ctr"/>
            <a:r>
              <a:rPr lang="pt-BR" sz="1200" i="1" dirty="0"/>
              <a:t>0 marcos desconectados, 5/5 TFs activas (1 dinámica odom→base_link + 4 estáticas)</a:t>
            </a:r>
            <a:endParaRPr lang="en-US" sz="1050" i="1" dirty="0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DEAA48F5-E43E-9ADA-BB16-F7AC7ADF7FE5}"/>
              </a:ext>
            </a:extLst>
          </p:cNvPr>
          <p:cNvSpPr/>
          <p:nvPr/>
        </p:nvSpPr>
        <p:spPr>
          <a:xfrm>
            <a:off x="7580100" y="2583570"/>
            <a:ext cx="4855464" cy="502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Revisar URDF/xacro: links, </a:t>
            </a:r>
            <a:r>
              <a:rPr lang="es-ES" sz="1377" b="1" dirty="0" err="1">
                <a:solidFill>
                  <a:schemeClr val="accent2">
                    <a:lumMod val="75000"/>
                  </a:schemeClr>
                </a:solidFill>
              </a:rPr>
              <a:t>joints</a:t>
            </a:r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, </a:t>
            </a:r>
            <a:r>
              <a:rPr lang="es-ES" sz="1377" b="1" dirty="0" err="1">
                <a:solidFill>
                  <a:schemeClr val="accent2">
                    <a:lumMod val="75000"/>
                  </a:schemeClr>
                </a:solidFill>
              </a:rPr>
              <a:t>origins</a:t>
            </a:r>
            <a:endParaRPr lang="en-US" sz="1377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F548BCC-C082-197C-F96B-26EF347A4681}"/>
              </a:ext>
            </a:extLst>
          </p:cNvPr>
          <p:cNvCxnSpPr>
            <a:cxnSpLocks/>
            <a:stCxn id="78" idx="2"/>
            <a:endCxn id="55" idx="0"/>
          </p:cNvCxnSpPr>
          <p:nvPr/>
        </p:nvCxnSpPr>
        <p:spPr>
          <a:xfrm flipH="1">
            <a:off x="5294018" y="2300310"/>
            <a:ext cx="2" cy="304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0C521D8-121E-36F1-F6D5-5A97F2F0CDD6}"/>
              </a:ext>
            </a:extLst>
          </p:cNvPr>
          <p:cNvCxnSpPr>
            <a:cxnSpLocks/>
            <a:stCxn id="55" idx="3"/>
            <a:endCxn id="82" idx="1"/>
          </p:cNvCxnSpPr>
          <p:nvPr/>
        </p:nvCxnSpPr>
        <p:spPr>
          <a:xfrm>
            <a:off x="5736927" y="2835030"/>
            <a:ext cx="184317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43ABDA0-8CD9-7BBF-32CC-176F1A851273}"/>
              </a:ext>
            </a:extLst>
          </p:cNvPr>
          <p:cNvCxnSpPr>
            <a:cxnSpLocks/>
            <a:stCxn id="55" idx="2"/>
            <a:endCxn id="90" idx="0"/>
          </p:cNvCxnSpPr>
          <p:nvPr/>
        </p:nvCxnSpPr>
        <p:spPr>
          <a:xfrm>
            <a:off x="5294018" y="3064929"/>
            <a:ext cx="3" cy="413674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3FC2E989-F831-CB98-EB18-20D1DDB2B157}"/>
              </a:ext>
            </a:extLst>
          </p:cNvPr>
          <p:cNvCxnSpPr>
            <a:cxnSpLocks/>
            <a:stCxn id="82" idx="0"/>
            <a:endCxn id="78" idx="3"/>
          </p:cNvCxnSpPr>
          <p:nvPr/>
        </p:nvCxnSpPr>
        <p:spPr>
          <a:xfrm rot="16200000" flipV="1">
            <a:off x="9434502" y="2010240"/>
            <a:ext cx="550270" cy="59639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F2BF134-0B0F-4868-C0C6-52280A33375D}"/>
              </a:ext>
            </a:extLst>
          </p:cNvPr>
          <p:cNvSpPr txBox="1"/>
          <p:nvPr/>
        </p:nvSpPr>
        <p:spPr>
          <a:xfrm>
            <a:off x="4881451" y="3061229"/>
            <a:ext cx="398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00B050"/>
                </a:solidFill>
              </a:rPr>
              <a:t>Si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2CD58CD-FBEC-F2AE-2994-61BDC9567B39}"/>
              </a:ext>
            </a:extLst>
          </p:cNvPr>
          <p:cNvSpPr txBox="1"/>
          <p:nvPr/>
        </p:nvSpPr>
        <p:spPr>
          <a:xfrm>
            <a:off x="6272462" y="2474374"/>
            <a:ext cx="506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FF0000"/>
                </a:solidFill>
              </a:rPr>
              <a:t>No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3CC4729-5130-9461-9198-EE03A9FAA543}"/>
              </a:ext>
            </a:extLst>
          </p:cNvPr>
          <p:cNvSpPr/>
          <p:nvPr/>
        </p:nvSpPr>
        <p:spPr>
          <a:xfrm>
            <a:off x="327920" y="1766286"/>
            <a:ext cx="548640" cy="548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2</a:t>
            </a:r>
            <a:endParaRPr lang="en-US" b="1" dirty="0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8B7B4390-A441-6287-54D9-7B5A2FAECE24}"/>
              </a:ext>
            </a:extLst>
          </p:cNvPr>
          <p:cNvSpPr/>
          <p:nvPr/>
        </p:nvSpPr>
        <p:spPr>
          <a:xfrm>
            <a:off x="1176599" y="3478603"/>
            <a:ext cx="8234844" cy="534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/>
              <a:t>Controladores</a:t>
            </a:r>
          </a:p>
          <a:p>
            <a:pPr algn="ctr"/>
            <a:r>
              <a:rPr lang="en-US" sz="1200" i="1" dirty="0" err="1"/>
              <a:t>update_rate</a:t>
            </a:r>
            <a:r>
              <a:rPr lang="en-US" sz="1200" i="1" dirty="0"/>
              <a:t>: 30 Hz, </a:t>
            </a:r>
            <a:r>
              <a:rPr lang="en-US" sz="1200" i="1" dirty="0" err="1"/>
              <a:t>publish_rate</a:t>
            </a:r>
            <a:r>
              <a:rPr lang="en-US" sz="1200" i="1" dirty="0"/>
              <a:t> (/</a:t>
            </a:r>
            <a:r>
              <a:rPr lang="en-US" sz="1200" i="1" dirty="0" err="1"/>
              <a:t>odom</a:t>
            </a:r>
            <a:r>
              <a:rPr lang="en-US" sz="1200" i="1" dirty="0"/>
              <a:t>): 50 Hz</a:t>
            </a:r>
            <a:endParaRPr lang="en-US" sz="1050" i="1" dirty="0"/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84C1324B-4B88-DD32-56EF-BF9DC18492F8}"/>
              </a:ext>
            </a:extLst>
          </p:cNvPr>
          <p:cNvSpPr/>
          <p:nvPr/>
        </p:nvSpPr>
        <p:spPr>
          <a:xfrm>
            <a:off x="7580100" y="4278945"/>
            <a:ext cx="4855464" cy="502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77" b="1" dirty="0" err="1">
                <a:solidFill>
                  <a:schemeClr val="accent2">
                    <a:lumMod val="75000"/>
                  </a:schemeClr>
                </a:solidFill>
              </a:rPr>
              <a:t>Verificar</a:t>
            </a:r>
            <a:r>
              <a:rPr lang="en-US" sz="1377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1377" b="1" dirty="0" err="1">
                <a:solidFill>
                  <a:schemeClr val="accent2">
                    <a:lumMod val="75000"/>
                  </a:schemeClr>
                </a:solidFill>
              </a:rPr>
              <a:t>my_controllers.yaml</a:t>
            </a:r>
            <a:r>
              <a:rPr lang="en-US" sz="1377" b="1" dirty="0">
                <a:solidFill>
                  <a:schemeClr val="accent2">
                    <a:lumMod val="75000"/>
                  </a:schemeClr>
                </a:solidFill>
              </a:rPr>
              <a:t> y spawners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D937C89F-A021-6C12-78EC-9E132E0C7680}"/>
              </a:ext>
            </a:extLst>
          </p:cNvPr>
          <p:cNvCxnSpPr>
            <a:cxnSpLocks/>
            <a:stCxn id="90" idx="2"/>
            <a:endCxn id="52" idx="0"/>
          </p:cNvCxnSpPr>
          <p:nvPr/>
        </p:nvCxnSpPr>
        <p:spPr>
          <a:xfrm>
            <a:off x="5294021" y="4012624"/>
            <a:ext cx="0" cy="2817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F4EB84D-CA7D-28F1-122D-B2A1F0A6032B}"/>
              </a:ext>
            </a:extLst>
          </p:cNvPr>
          <p:cNvCxnSpPr>
            <a:cxnSpLocks/>
            <a:stCxn id="52" idx="3"/>
            <a:endCxn id="94" idx="1"/>
          </p:cNvCxnSpPr>
          <p:nvPr/>
        </p:nvCxnSpPr>
        <p:spPr>
          <a:xfrm>
            <a:off x="5736930" y="4524273"/>
            <a:ext cx="1843170" cy="61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92BFA07-E125-1F0F-5EAA-90C10F13E381}"/>
              </a:ext>
            </a:extLst>
          </p:cNvPr>
          <p:cNvCxnSpPr>
            <a:cxnSpLocks/>
            <a:stCxn id="52" idx="2"/>
            <a:endCxn id="102" idx="0"/>
          </p:cNvCxnSpPr>
          <p:nvPr/>
        </p:nvCxnSpPr>
        <p:spPr>
          <a:xfrm>
            <a:off x="5294021" y="4754172"/>
            <a:ext cx="3015" cy="4306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A1B94107-953A-4D82-528C-4B58D74B3C73}"/>
              </a:ext>
            </a:extLst>
          </p:cNvPr>
          <p:cNvCxnSpPr>
            <a:cxnSpLocks/>
            <a:stCxn id="94" idx="0"/>
            <a:endCxn id="90" idx="3"/>
          </p:cNvCxnSpPr>
          <p:nvPr/>
        </p:nvCxnSpPr>
        <p:spPr>
          <a:xfrm rot="16200000" flipV="1">
            <a:off x="9442973" y="3714085"/>
            <a:ext cx="533331" cy="59638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9C59C9F4-8B08-360B-126C-E5E458041463}"/>
              </a:ext>
            </a:extLst>
          </p:cNvPr>
          <p:cNvSpPr txBox="1"/>
          <p:nvPr/>
        </p:nvSpPr>
        <p:spPr>
          <a:xfrm>
            <a:off x="4878201" y="4736319"/>
            <a:ext cx="398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00B050"/>
                </a:solidFill>
              </a:rPr>
              <a:t>Si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22EEB40-A573-E73C-FC9E-ED49864F31EF}"/>
              </a:ext>
            </a:extLst>
          </p:cNvPr>
          <p:cNvSpPr txBox="1"/>
          <p:nvPr/>
        </p:nvSpPr>
        <p:spPr>
          <a:xfrm>
            <a:off x="6405138" y="4123602"/>
            <a:ext cx="506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FF0000"/>
                </a:solidFill>
              </a:rPr>
              <a:t>No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12245308-5109-6556-D706-BBE39A8DD40D}"/>
              </a:ext>
            </a:extLst>
          </p:cNvPr>
          <p:cNvSpPr/>
          <p:nvPr/>
        </p:nvSpPr>
        <p:spPr>
          <a:xfrm>
            <a:off x="327920" y="3478600"/>
            <a:ext cx="548640" cy="548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3</a:t>
            </a:r>
            <a:endParaRPr lang="en-US" b="1" dirty="0"/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DA986B30-8FD6-523C-DA60-0C9A180D1C5E}"/>
              </a:ext>
            </a:extLst>
          </p:cNvPr>
          <p:cNvSpPr/>
          <p:nvPr/>
        </p:nvSpPr>
        <p:spPr>
          <a:xfrm>
            <a:off x="1179613" y="5184868"/>
            <a:ext cx="8234845" cy="534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 err="1"/>
              <a:t>Teleoperación</a:t>
            </a:r>
            <a:endParaRPr lang="es-ES" sz="1377" b="1" dirty="0"/>
          </a:p>
          <a:p>
            <a:pPr algn="ctr"/>
            <a:r>
              <a:rPr lang="en-US" sz="1200" i="1" dirty="0"/>
              <a:t>Robot </a:t>
            </a:r>
            <a:r>
              <a:rPr lang="en-US" sz="1200" i="1" dirty="0" err="1"/>
              <a:t>responde</a:t>
            </a:r>
            <a:r>
              <a:rPr lang="en-US" sz="1200" i="1" dirty="0"/>
              <a:t> a /</a:t>
            </a:r>
            <a:r>
              <a:rPr lang="en-US" sz="1200" i="1" dirty="0" err="1"/>
              <a:t>cmd_vel_joy</a:t>
            </a:r>
            <a:r>
              <a:rPr lang="en-US" sz="1200" i="1" dirty="0"/>
              <a:t> → </a:t>
            </a:r>
            <a:r>
              <a:rPr lang="en-US" sz="1200" i="1" dirty="0" err="1"/>
              <a:t>twist_mux</a:t>
            </a:r>
            <a:r>
              <a:rPr lang="en-US" sz="1200" i="1" dirty="0"/>
              <a:t> → /</a:t>
            </a:r>
            <a:r>
              <a:rPr lang="en-US" sz="1200" i="1" dirty="0" err="1"/>
              <a:t>diff_cont</a:t>
            </a:r>
            <a:r>
              <a:rPr lang="en-US" sz="1200" i="1" dirty="0"/>
              <a:t>/</a:t>
            </a:r>
            <a:r>
              <a:rPr lang="en-US" sz="1200" i="1" dirty="0" err="1"/>
              <a:t>cmd_vel_unstamped</a:t>
            </a:r>
            <a:endParaRPr lang="en-US" sz="1050" i="1" dirty="0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AC52C735-A0A2-440B-2357-89E13A63CB49}"/>
              </a:ext>
            </a:extLst>
          </p:cNvPr>
          <p:cNvSpPr/>
          <p:nvPr/>
        </p:nvSpPr>
        <p:spPr>
          <a:xfrm>
            <a:off x="7580100" y="5938913"/>
            <a:ext cx="4855464" cy="502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Revisar </a:t>
            </a:r>
            <a:r>
              <a:rPr lang="es-ES" sz="1377" b="1" dirty="0" err="1">
                <a:solidFill>
                  <a:schemeClr val="accent2">
                    <a:lumMod val="75000"/>
                  </a:schemeClr>
                </a:solidFill>
              </a:rPr>
              <a:t>twist_mux.yaml</a:t>
            </a:r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 y </a:t>
            </a:r>
            <a:r>
              <a:rPr lang="es-ES" sz="1377" b="1" dirty="0" err="1">
                <a:solidFill>
                  <a:schemeClr val="accent2">
                    <a:lumMod val="75000"/>
                  </a:schemeClr>
                </a:solidFill>
              </a:rPr>
              <a:t>remapping</a:t>
            </a:r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 de tópicos</a:t>
            </a:r>
            <a:endParaRPr lang="en-US" sz="1377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D66BE53D-BAFA-A34B-0F00-107F290BB5B7}"/>
              </a:ext>
            </a:extLst>
          </p:cNvPr>
          <p:cNvCxnSpPr>
            <a:cxnSpLocks/>
            <a:stCxn id="102" idx="2"/>
            <a:endCxn id="43" idx="0"/>
          </p:cNvCxnSpPr>
          <p:nvPr/>
        </p:nvCxnSpPr>
        <p:spPr>
          <a:xfrm flipH="1">
            <a:off x="5294018" y="5718889"/>
            <a:ext cx="3018" cy="2354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4A493E3E-7EA5-1F8A-0E82-2246A324F85B}"/>
              </a:ext>
            </a:extLst>
          </p:cNvPr>
          <p:cNvCxnSpPr>
            <a:cxnSpLocks/>
            <a:stCxn id="43" idx="3"/>
            <a:endCxn id="106" idx="1"/>
          </p:cNvCxnSpPr>
          <p:nvPr/>
        </p:nvCxnSpPr>
        <p:spPr>
          <a:xfrm>
            <a:off x="5736927" y="6184227"/>
            <a:ext cx="1843173" cy="6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7FC495F-40D1-5F42-33FD-313D59B676BE}"/>
              </a:ext>
            </a:extLst>
          </p:cNvPr>
          <p:cNvCxnSpPr>
            <a:cxnSpLocks/>
            <a:stCxn id="43" idx="2"/>
            <a:endCxn id="152" idx="0"/>
          </p:cNvCxnSpPr>
          <p:nvPr/>
        </p:nvCxnSpPr>
        <p:spPr>
          <a:xfrm>
            <a:off x="5294018" y="6414126"/>
            <a:ext cx="1511" cy="43069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7D2958C5-1E63-02B4-A625-0D3F3627D522}"/>
              </a:ext>
            </a:extLst>
          </p:cNvPr>
          <p:cNvCxnSpPr>
            <a:cxnSpLocks/>
            <a:stCxn id="106" idx="0"/>
            <a:endCxn id="102" idx="3"/>
          </p:cNvCxnSpPr>
          <p:nvPr/>
        </p:nvCxnSpPr>
        <p:spPr>
          <a:xfrm rot="16200000" flipV="1">
            <a:off x="9467628" y="5398709"/>
            <a:ext cx="487034" cy="59337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5C4805F2-385D-39C8-BDAA-C8593BB261F5}"/>
              </a:ext>
            </a:extLst>
          </p:cNvPr>
          <p:cNvSpPr txBox="1"/>
          <p:nvPr/>
        </p:nvSpPr>
        <p:spPr>
          <a:xfrm>
            <a:off x="4878201" y="6408541"/>
            <a:ext cx="398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00B050"/>
                </a:solidFill>
              </a:rPr>
              <a:t>Si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72814E1-4B36-794E-387A-1D53A4185500}"/>
              </a:ext>
            </a:extLst>
          </p:cNvPr>
          <p:cNvSpPr txBox="1"/>
          <p:nvPr/>
        </p:nvSpPr>
        <p:spPr>
          <a:xfrm>
            <a:off x="6396721" y="5832667"/>
            <a:ext cx="506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FF0000"/>
                </a:solidFill>
              </a:rPr>
              <a:t>No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0E1A9229-6AC1-4886-40FB-432BB362FAA4}"/>
              </a:ext>
            </a:extLst>
          </p:cNvPr>
          <p:cNvSpPr/>
          <p:nvPr/>
        </p:nvSpPr>
        <p:spPr>
          <a:xfrm>
            <a:off x="330935" y="5184865"/>
            <a:ext cx="548640" cy="548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4</a:t>
            </a:r>
            <a:endParaRPr lang="en-US" b="1" dirty="0"/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456B6E43-FD2A-EAD0-D6C8-F5DDBA33A35B}"/>
              </a:ext>
            </a:extLst>
          </p:cNvPr>
          <p:cNvSpPr/>
          <p:nvPr/>
        </p:nvSpPr>
        <p:spPr>
          <a:xfrm>
            <a:off x="1176598" y="6844823"/>
            <a:ext cx="8237861" cy="534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/>
              <a:t>Respuesta cinemática (contacto/fricción)</a:t>
            </a:r>
          </a:p>
          <a:p>
            <a:pPr algn="ctr"/>
            <a:r>
              <a:rPr lang="en-US" sz="1200" i="1" dirty="0"/>
              <a:t>Giro 360°: error &lt; 0.05 rad; Avance 1 m: </a:t>
            </a:r>
            <a:r>
              <a:rPr lang="en-US" sz="1200" i="1" dirty="0" err="1"/>
              <a:t>desv</a:t>
            </a:r>
            <a:r>
              <a:rPr lang="en-US" sz="1200" i="1" dirty="0"/>
              <a:t>. &lt; 0.02 m</a:t>
            </a:r>
            <a:endParaRPr lang="en-US" sz="1050" i="1" dirty="0"/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B35999D8-FD6E-7330-3198-97D8FE42B4DD}"/>
              </a:ext>
            </a:extLst>
          </p:cNvPr>
          <p:cNvSpPr/>
          <p:nvPr/>
        </p:nvSpPr>
        <p:spPr>
          <a:xfrm>
            <a:off x="7580100" y="7568921"/>
            <a:ext cx="4855464" cy="502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Ajustar fricción (μ₁, μ₂) y colisión (esfera vs cilindro)</a:t>
            </a:r>
            <a:endParaRPr lang="en-US" sz="1377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FD685114-F89A-64C3-85CD-A813C4144F1C}"/>
              </a:ext>
            </a:extLst>
          </p:cNvPr>
          <p:cNvCxnSpPr>
            <a:cxnSpLocks/>
            <a:stCxn id="152" idx="2"/>
            <a:endCxn id="33" idx="0"/>
          </p:cNvCxnSpPr>
          <p:nvPr/>
        </p:nvCxnSpPr>
        <p:spPr>
          <a:xfrm flipH="1">
            <a:off x="5294018" y="7378844"/>
            <a:ext cx="1511" cy="217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F56539EE-3950-337C-721A-4D4F95F906A9}"/>
              </a:ext>
            </a:extLst>
          </p:cNvPr>
          <p:cNvCxnSpPr>
            <a:cxnSpLocks/>
            <a:stCxn id="33" idx="3"/>
            <a:endCxn id="156" idx="1"/>
          </p:cNvCxnSpPr>
          <p:nvPr/>
        </p:nvCxnSpPr>
        <p:spPr>
          <a:xfrm flipV="1">
            <a:off x="5736927" y="7820381"/>
            <a:ext cx="1843173" cy="6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590BAC5B-AD7A-218B-6251-95C9060E19BB}"/>
              </a:ext>
            </a:extLst>
          </p:cNvPr>
          <p:cNvCxnSpPr>
            <a:cxnSpLocks/>
            <a:stCxn id="33" idx="2"/>
            <a:endCxn id="164" idx="0"/>
          </p:cNvCxnSpPr>
          <p:nvPr/>
        </p:nvCxnSpPr>
        <p:spPr>
          <a:xfrm>
            <a:off x="5294018" y="8056290"/>
            <a:ext cx="1511" cy="43216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D088CEE7-7911-399B-EC96-58010E7402CF}"/>
              </a:ext>
            </a:extLst>
          </p:cNvPr>
          <p:cNvCxnSpPr>
            <a:cxnSpLocks/>
            <a:stCxn id="156" idx="0"/>
            <a:endCxn id="152" idx="3"/>
          </p:cNvCxnSpPr>
          <p:nvPr/>
        </p:nvCxnSpPr>
        <p:spPr>
          <a:xfrm rot="16200000" flipV="1">
            <a:off x="9482603" y="7043691"/>
            <a:ext cx="457087" cy="59337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A6E8251F-17D9-6640-A3FB-79BFED869A18}"/>
              </a:ext>
            </a:extLst>
          </p:cNvPr>
          <p:cNvSpPr txBox="1"/>
          <p:nvPr/>
        </p:nvSpPr>
        <p:spPr>
          <a:xfrm>
            <a:off x="4878201" y="8065062"/>
            <a:ext cx="398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00B050"/>
                </a:solidFill>
              </a:rPr>
              <a:t>Si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774B77B5-A875-6DFE-2FC3-C6120B8B0F62}"/>
              </a:ext>
            </a:extLst>
          </p:cNvPr>
          <p:cNvSpPr txBox="1"/>
          <p:nvPr/>
        </p:nvSpPr>
        <p:spPr>
          <a:xfrm>
            <a:off x="6396721" y="7495994"/>
            <a:ext cx="506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FF0000"/>
                </a:solidFill>
              </a:rPr>
              <a:t>No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D36FDEF1-1390-8203-DFE7-EAB7F31BB418}"/>
              </a:ext>
            </a:extLst>
          </p:cNvPr>
          <p:cNvSpPr/>
          <p:nvPr/>
        </p:nvSpPr>
        <p:spPr>
          <a:xfrm>
            <a:off x="417778" y="6844820"/>
            <a:ext cx="548640" cy="548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5</a:t>
            </a:r>
            <a:endParaRPr lang="en-US" b="1" dirty="0"/>
          </a:p>
        </p:txBody>
      </p:sp>
      <p:sp>
        <p:nvSpPr>
          <p:cNvPr id="164" name="Rectangle: Rounded Corners 163">
            <a:extLst>
              <a:ext uri="{FF2B5EF4-FFF2-40B4-BE49-F238E27FC236}">
                <a16:creationId xmlns:a16="http://schemas.microsoft.com/office/drawing/2014/main" id="{22EDC7BA-B131-B484-B63C-8B73D1D66327}"/>
              </a:ext>
            </a:extLst>
          </p:cNvPr>
          <p:cNvSpPr/>
          <p:nvPr/>
        </p:nvSpPr>
        <p:spPr>
          <a:xfrm>
            <a:off x="1176598" y="8488458"/>
            <a:ext cx="8237862" cy="534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/>
              <a:t>Sensor láser</a:t>
            </a:r>
          </a:p>
          <a:p>
            <a:pPr algn="ctr"/>
            <a:r>
              <a:rPr lang="es-ES" sz="1200" i="1" dirty="0"/>
              <a:t>/</a:t>
            </a:r>
            <a:r>
              <a:rPr lang="es-ES" sz="1200" i="1" dirty="0" err="1"/>
              <a:t>scan</a:t>
            </a:r>
            <a:r>
              <a:rPr lang="es-ES" sz="1200" i="1" dirty="0"/>
              <a:t> a ~10 Hz, </a:t>
            </a:r>
            <a:r>
              <a:rPr lang="es-ES" sz="1200" i="1" dirty="0" err="1"/>
              <a:t>frame</a:t>
            </a:r>
            <a:r>
              <a:rPr lang="es-ES" sz="1200" i="1" dirty="0"/>
              <a:t> </a:t>
            </a:r>
            <a:r>
              <a:rPr lang="es-ES" sz="1200" i="1" dirty="0" err="1"/>
              <a:t>laser_frame</a:t>
            </a:r>
            <a:r>
              <a:rPr lang="es-ES" sz="1200" i="1" dirty="0"/>
              <a:t>, 360 muestras</a:t>
            </a:r>
            <a:endParaRPr lang="en-US" sz="1050" i="1" dirty="0"/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F1FA6780-A267-3AD1-893A-B96927DA430A}"/>
              </a:ext>
            </a:extLst>
          </p:cNvPr>
          <p:cNvSpPr/>
          <p:nvPr/>
        </p:nvSpPr>
        <p:spPr>
          <a:xfrm>
            <a:off x="7580100" y="9177901"/>
            <a:ext cx="4855464" cy="502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Revisar </a:t>
            </a:r>
            <a:r>
              <a:rPr lang="es-ES" sz="1377" b="1" dirty="0" err="1">
                <a:solidFill>
                  <a:schemeClr val="accent2">
                    <a:lumMod val="75000"/>
                  </a:schemeClr>
                </a:solidFill>
              </a:rPr>
              <a:t>lidar.xacro</a:t>
            </a:r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: </a:t>
            </a:r>
            <a:r>
              <a:rPr lang="es-ES" sz="1377" b="1" dirty="0" err="1">
                <a:solidFill>
                  <a:schemeClr val="accent2">
                    <a:lumMod val="75000"/>
                  </a:schemeClr>
                </a:solidFill>
              </a:rPr>
              <a:t>update_rate</a:t>
            </a:r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, </a:t>
            </a:r>
            <a:r>
              <a:rPr lang="es-ES" sz="1377" b="1" dirty="0" err="1">
                <a:solidFill>
                  <a:schemeClr val="accent2">
                    <a:lumMod val="75000"/>
                  </a:schemeClr>
                </a:solidFill>
              </a:rPr>
              <a:t>frame_name</a:t>
            </a:r>
            <a:endParaRPr lang="en-US" sz="1377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934B68EF-75E1-922C-3000-5F33678D5185}"/>
              </a:ext>
            </a:extLst>
          </p:cNvPr>
          <p:cNvCxnSpPr>
            <a:cxnSpLocks/>
            <a:stCxn id="164" idx="2"/>
            <a:endCxn id="24" idx="0"/>
          </p:cNvCxnSpPr>
          <p:nvPr/>
        </p:nvCxnSpPr>
        <p:spPr>
          <a:xfrm flipH="1">
            <a:off x="5294018" y="9022479"/>
            <a:ext cx="1511" cy="177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E011F7E5-5CF3-7E5F-D295-2A07F3978A2D}"/>
              </a:ext>
            </a:extLst>
          </p:cNvPr>
          <p:cNvCxnSpPr>
            <a:cxnSpLocks/>
            <a:stCxn id="24" idx="3"/>
            <a:endCxn id="168" idx="1"/>
          </p:cNvCxnSpPr>
          <p:nvPr/>
        </p:nvCxnSpPr>
        <p:spPr>
          <a:xfrm flipV="1">
            <a:off x="5736927" y="9429361"/>
            <a:ext cx="1843173" cy="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B0634D70-FAEF-72DC-E242-1A2F32601E97}"/>
              </a:ext>
            </a:extLst>
          </p:cNvPr>
          <p:cNvCxnSpPr>
            <a:cxnSpLocks/>
            <a:stCxn id="24" idx="2"/>
            <a:endCxn id="176" idx="0"/>
          </p:cNvCxnSpPr>
          <p:nvPr/>
        </p:nvCxnSpPr>
        <p:spPr>
          <a:xfrm>
            <a:off x="5294018" y="9659285"/>
            <a:ext cx="1511" cy="37587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D58B5167-8F24-A368-DDE9-BE1A8985E66F}"/>
              </a:ext>
            </a:extLst>
          </p:cNvPr>
          <p:cNvCxnSpPr>
            <a:cxnSpLocks/>
            <a:stCxn id="168" idx="0"/>
            <a:endCxn id="164" idx="3"/>
          </p:cNvCxnSpPr>
          <p:nvPr/>
        </p:nvCxnSpPr>
        <p:spPr>
          <a:xfrm rot="16200000" flipV="1">
            <a:off x="9499930" y="8669999"/>
            <a:ext cx="422432" cy="59337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11EE5028-F913-D716-CA9D-BF2EF8E14407}"/>
              </a:ext>
            </a:extLst>
          </p:cNvPr>
          <p:cNvSpPr txBox="1"/>
          <p:nvPr/>
        </p:nvSpPr>
        <p:spPr>
          <a:xfrm>
            <a:off x="4878201" y="9605364"/>
            <a:ext cx="398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00B050"/>
                </a:solidFill>
              </a:rPr>
              <a:t>Si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365AE53-388C-5648-26CB-0592EA0BA4F3}"/>
              </a:ext>
            </a:extLst>
          </p:cNvPr>
          <p:cNvSpPr txBox="1"/>
          <p:nvPr/>
        </p:nvSpPr>
        <p:spPr>
          <a:xfrm>
            <a:off x="6396720" y="9040859"/>
            <a:ext cx="506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FF0000"/>
                </a:solidFill>
              </a:rPr>
              <a:t>No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6555F15-74A5-04DE-BB8D-7183E46DD3BE}"/>
              </a:ext>
            </a:extLst>
          </p:cNvPr>
          <p:cNvSpPr/>
          <p:nvPr/>
        </p:nvSpPr>
        <p:spPr>
          <a:xfrm>
            <a:off x="420793" y="8488455"/>
            <a:ext cx="548640" cy="548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6</a:t>
            </a:r>
            <a:endParaRPr lang="en-US" b="1" dirty="0"/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4DB195B1-7FC6-5B98-8E71-0DBBC2E419DA}"/>
              </a:ext>
            </a:extLst>
          </p:cNvPr>
          <p:cNvSpPr/>
          <p:nvPr/>
        </p:nvSpPr>
        <p:spPr>
          <a:xfrm>
            <a:off x="1176598" y="10035155"/>
            <a:ext cx="8237862" cy="534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/>
              <a:t>Paridad final</a:t>
            </a:r>
          </a:p>
          <a:p>
            <a:pPr algn="ctr"/>
            <a:r>
              <a:rPr lang="es-ES" sz="1200" i="1" dirty="0" err="1"/>
              <a:t>wheel_sep</a:t>
            </a:r>
            <a:r>
              <a:rPr lang="es-ES" sz="1200" i="1" dirty="0"/>
              <a:t>, </a:t>
            </a:r>
            <a:r>
              <a:rPr lang="es-ES" sz="1200" i="1" dirty="0" err="1"/>
              <a:t>wheel_radius</a:t>
            </a:r>
            <a:r>
              <a:rPr lang="es-ES" sz="1200" i="1" dirty="0"/>
              <a:t> idénticos </a:t>
            </a:r>
            <a:r>
              <a:rPr lang="es-ES" sz="1200" i="1" dirty="0" err="1"/>
              <a:t>robot_core.xacro</a:t>
            </a:r>
            <a:r>
              <a:rPr lang="es-ES" sz="1200" i="1" dirty="0"/>
              <a:t>, </a:t>
            </a:r>
            <a:r>
              <a:rPr lang="es-ES" sz="1200" i="1" dirty="0" err="1"/>
              <a:t>gazebo_control.xacro</a:t>
            </a:r>
            <a:r>
              <a:rPr lang="es-ES" sz="1200" i="1" dirty="0"/>
              <a:t>, </a:t>
            </a:r>
            <a:r>
              <a:rPr lang="es-ES" sz="1200" i="1" dirty="0" err="1"/>
              <a:t>my_controllers.yaml</a:t>
            </a:r>
            <a:r>
              <a:rPr lang="es-ES" sz="1200" i="1" dirty="0"/>
              <a:t>, </a:t>
            </a:r>
            <a:r>
              <a:rPr lang="es-ES" sz="1200" i="1" dirty="0" err="1"/>
              <a:t>ROSArduinoBridge.ino</a:t>
            </a:r>
            <a:endParaRPr lang="en-US" sz="1050" i="1" dirty="0"/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1DE566E6-305C-27A5-836E-D1C176547A29}"/>
              </a:ext>
            </a:extLst>
          </p:cNvPr>
          <p:cNvGrpSpPr/>
          <p:nvPr/>
        </p:nvGrpSpPr>
        <p:grpSpPr>
          <a:xfrm>
            <a:off x="4633602" y="10814301"/>
            <a:ext cx="1320832" cy="459798"/>
            <a:chOff x="3905344" y="2198532"/>
            <a:chExt cx="2728452" cy="1230468"/>
          </a:xfrm>
        </p:grpSpPr>
        <p:sp>
          <p:nvSpPr>
            <p:cNvPr id="178" name="Diamond 177">
              <a:extLst>
                <a:ext uri="{FF2B5EF4-FFF2-40B4-BE49-F238E27FC236}">
                  <a16:creationId xmlns:a16="http://schemas.microsoft.com/office/drawing/2014/main" id="{C9E70EDD-AF34-480A-6888-2312CFB4AD19}"/>
                </a:ext>
              </a:extLst>
            </p:cNvPr>
            <p:cNvSpPr/>
            <p:nvPr/>
          </p:nvSpPr>
          <p:spPr>
            <a:xfrm>
              <a:off x="4354649" y="2198532"/>
              <a:ext cx="1829841" cy="1230468"/>
            </a:xfrm>
            <a:prstGeom prst="diamond">
              <a:avLst/>
            </a:prstGeom>
            <a:solidFill>
              <a:srgbClr val="FFFF9B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3" b="1" dirty="0">
                <a:solidFill>
                  <a:srgbClr val="CC9B00"/>
                </a:solidFill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1B8A1AAC-E57D-14D6-E652-ECC32686BA53}"/>
                </a:ext>
              </a:extLst>
            </p:cNvPr>
            <p:cNvSpPr txBox="1"/>
            <p:nvPr/>
          </p:nvSpPr>
          <p:spPr>
            <a:xfrm>
              <a:off x="3905344" y="2478065"/>
              <a:ext cx="2728452" cy="3361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71" b="1" dirty="0">
                  <a:solidFill>
                    <a:srgbClr val="C49500"/>
                  </a:solidFill>
                </a:rPr>
                <a:t>¿OK?</a:t>
              </a:r>
              <a:endParaRPr lang="en-US" sz="1071" b="1" dirty="0">
                <a:solidFill>
                  <a:srgbClr val="C49500"/>
                </a:solidFill>
              </a:endParaRPr>
            </a:p>
          </p:txBody>
        </p:sp>
      </p:grp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997F795F-4895-7097-F7E2-B97B916AF20F}"/>
              </a:ext>
            </a:extLst>
          </p:cNvPr>
          <p:cNvSpPr/>
          <p:nvPr/>
        </p:nvSpPr>
        <p:spPr>
          <a:xfrm>
            <a:off x="7580100" y="10792375"/>
            <a:ext cx="4855464" cy="5029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>
                <a:solidFill>
                  <a:schemeClr val="accent2">
                    <a:lumMod val="75000"/>
                  </a:schemeClr>
                </a:solidFill>
              </a:rPr>
              <a:t>Corregir valor discrepante en archivo fuente</a:t>
            </a:r>
            <a:endParaRPr lang="en-US" sz="1377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1C69E61E-058C-E156-18C5-DE2E8EE2759B}"/>
              </a:ext>
            </a:extLst>
          </p:cNvPr>
          <p:cNvCxnSpPr>
            <a:cxnSpLocks/>
            <a:stCxn id="176" idx="2"/>
            <a:endCxn id="178" idx="0"/>
          </p:cNvCxnSpPr>
          <p:nvPr/>
        </p:nvCxnSpPr>
        <p:spPr>
          <a:xfrm flipH="1">
            <a:off x="5294018" y="10569176"/>
            <a:ext cx="1511" cy="2451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E61AA890-A0FD-64CA-EE5D-F6DADF5954D8}"/>
              </a:ext>
            </a:extLst>
          </p:cNvPr>
          <p:cNvCxnSpPr>
            <a:cxnSpLocks/>
            <a:stCxn id="178" idx="3"/>
            <a:endCxn id="180" idx="1"/>
          </p:cNvCxnSpPr>
          <p:nvPr/>
        </p:nvCxnSpPr>
        <p:spPr>
          <a:xfrm flipV="1">
            <a:off x="5736927" y="11043835"/>
            <a:ext cx="1843173" cy="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67527CC-48E5-F5F4-2109-572C06839678}"/>
              </a:ext>
            </a:extLst>
          </p:cNvPr>
          <p:cNvCxnSpPr>
            <a:cxnSpLocks/>
            <a:endCxn id="188" idx="0"/>
          </p:cNvCxnSpPr>
          <p:nvPr/>
        </p:nvCxnSpPr>
        <p:spPr>
          <a:xfrm>
            <a:off x="5294018" y="11295295"/>
            <a:ext cx="0" cy="42711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FCF88B11-2E3A-9A14-F532-16849F9DEDBB}"/>
              </a:ext>
            </a:extLst>
          </p:cNvPr>
          <p:cNvCxnSpPr>
            <a:cxnSpLocks/>
            <a:stCxn id="180" idx="0"/>
            <a:endCxn id="176" idx="3"/>
          </p:cNvCxnSpPr>
          <p:nvPr/>
        </p:nvCxnSpPr>
        <p:spPr>
          <a:xfrm rot="16200000" flipV="1">
            <a:off x="9466042" y="10250585"/>
            <a:ext cx="490209" cy="59337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6082F8F5-D94B-3573-BFAE-7294CBB843D6}"/>
              </a:ext>
            </a:extLst>
          </p:cNvPr>
          <p:cNvSpPr txBox="1"/>
          <p:nvPr/>
        </p:nvSpPr>
        <p:spPr>
          <a:xfrm>
            <a:off x="4895030" y="11259721"/>
            <a:ext cx="398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00B050"/>
                </a:solidFill>
              </a:rPr>
              <a:t>Si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E8612B2E-4883-E457-D75D-7390884CE8A3}"/>
              </a:ext>
            </a:extLst>
          </p:cNvPr>
          <p:cNvSpPr txBox="1"/>
          <p:nvPr/>
        </p:nvSpPr>
        <p:spPr>
          <a:xfrm>
            <a:off x="6405138" y="10691738"/>
            <a:ext cx="506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rgbClr val="FF0000"/>
                </a:solidFill>
              </a:rPr>
              <a:t>No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861AE0A2-8256-C064-C145-E532DCD8EB22}"/>
              </a:ext>
            </a:extLst>
          </p:cNvPr>
          <p:cNvSpPr/>
          <p:nvPr/>
        </p:nvSpPr>
        <p:spPr>
          <a:xfrm>
            <a:off x="417778" y="10035152"/>
            <a:ext cx="548640" cy="548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7</a:t>
            </a:r>
            <a:endParaRPr lang="en-US" b="1" dirty="0"/>
          </a:p>
        </p:txBody>
      </p: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48630E8E-A73A-6224-DD3A-4A237F57E1EF}"/>
              </a:ext>
            </a:extLst>
          </p:cNvPr>
          <p:cNvSpPr/>
          <p:nvPr/>
        </p:nvSpPr>
        <p:spPr>
          <a:xfrm>
            <a:off x="3003446" y="11722408"/>
            <a:ext cx="4581144" cy="534021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77" b="1" dirty="0">
                <a:solidFill>
                  <a:schemeClr val="accent3">
                    <a:lumMod val="75000"/>
                  </a:schemeClr>
                </a:solidFill>
              </a:rPr>
              <a:t>Listo para SLAM / Nav2</a:t>
            </a:r>
            <a:endParaRPr lang="en-US" sz="1050" i="1" dirty="0">
              <a:solidFill>
                <a:schemeClr val="accent3">
                  <a:lumMod val="75000"/>
                </a:schemeClr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4743826-0E36-A7BF-DABA-2EE68461BB00}"/>
              </a:ext>
            </a:extLst>
          </p:cNvPr>
          <p:cNvGrpSpPr/>
          <p:nvPr/>
        </p:nvGrpSpPr>
        <p:grpSpPr>
          <a:xfrm>
            <a:off x="1235673" y="12544157"/>
            <a:ext cx="10604892" cy="779170"/>
            <a:chOff x="1235673" y="20168402"/>
            <a:chExt cx="10604892" cy="779170"/>
          </a:xfrm>
        </p:grpSpPr>
        <p:sp>
          <p:nvSpPr>
            <p:cNvPr id="10" name="Diamond 9">
              <a:extLst>
                <a:ext uri="{FF2B5EF4-FFF2-40B4-BE49-F238E27FC236}">
                  <a16:creationId xmlns:a16="http://schemas.microsoft.com/office/drawing/2014/main" id="{ADCCA491-ADE8-EEC9-D4F6-5497D86223AC}"/>
                </a:ext>
              </a:extLst>
            </p:cNvPr>
            <p:cNvSpPr/>
            <p:nvPr/>
          </p:nvSpPr>
          <p:spPr>
            <a:xfrm>
              <a:off x="2845697" y="20358166"/>
              <a:ext cx="758821" cy="418331"/>
            </a:xfrm>
            <a:prstGeom prst="diamond">
              <a:avLst/>
            </a:prstGeom>
            <a:solidFill>
              <a:srgbClr val="FFFF9B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7" b="1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EF1CDB-C034-6C17-6A42-7890C15E6EBE}"/>
                </a:ext>
              </a:extLst>
            </p:cNvPr>
            <p:cNvSpPr txBox="1"/>
            <p:nvPr/>
          </p:nvSpPr>
          <p:spPr>
            <a:xfrm>
              <a:off x="3833704" y="20375662"/>
              <a:ext cx="1803728" cy="33977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08" i="1" dirty="0"/>
                <a:t>Condicional</a:t>
              </a:r>
              <a:endParaRPr lang="en-US" sz="1608" i="1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3465989-E197-8436-62ED-328C487C84E7}"/>
                </a:ext>
              </a:extLst>
            </p:cNvPr>
            <p:cNvSpPr/>
            <p:nvPr/>
          </p:nvSpPr>
          <p:spPr>
            <a:xfrm>
              <a:off x="5548850" y="20349454"/>
              <a:ext cx="758820" cy="418332"/>
            </a:xfrm>
            <a:prstGeom prst="roundRect">
              <a:avLst/>
            </a:prstGeom>
            <a:solidFill>
              <a:srgbClr val="89FFBE"/>
            </a:solidFill>
            <a:ln w="19050">
              <a:solidFill>
                <a:srgbClr val="00B050"/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068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1E15EAA-8F46-9F6C-89BB-F6C7F72D0238}"/>
                </a:ext>
              </a:extLst>
            </p:cNvPr>
            <p:cNvSpPr txBox="1"/>
            <p:nvPr/>
          </p:nvSpPr>
          <p:spPr>
            <a:xfrm>
              <a:off x="6580699" y="20388356"/>
              <a:ext cx="1988345" cy="33977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08" i="1" dirty="0"/>
                <a:t>Paso de verificación</a:t>
              </a:r>
              <a:endParaRPr lang="en-US" sz="1608" i="1" dirty="0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CDB5313-BB2B-F320-3D71-7860FEB0AF20}"/>
                </a:ext>
              </a:extLst>
            </p:cNvPr>
            <p:cNvSpPr/>
            <p:nvPr/>
          </p:nvSpPr>
          <p:spPr>
            <a:xfrm>
              <a:off x="8879744" y="20371709"/>
              <a:ext cx="758820" cy="401002"/>
            </a:xfrm>
            <a:prstGeom prst="roundRect">
              <a:avLst/>
            </a:prstGeom>
            <a:solidFill>
              <a:srgbClr val="FFB7B7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68" b="1" dirty="0">
                <a:solidFill>
                  <a:srgbClr val="FF000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F61800B-06F4-F35A-F993-EDB423B82863}"/>
                </a:ext>
              </a:extLst>
            </p:cNvPr>
            <p:cNvSpPr txBox="1"/>
            <p:nvPr/>
          </p:nvSpPr>
          <p:spPr>
            <a:xfrm>
              <a:off x="9911595" y="20396302"/>
              <a:ext cx="1759886" cy="33977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s-ES" sz="1608" i="1" dirty="0"/>
                <a:t>Acción correctiva</a:t>
              </a:r>
              <a:endParaRPr lang="en-US" sz="1608" i="1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6EFDAD1-32C6-7105-22AF-F11291F1C279}"/>
                </a:ext>
              </a:extLst>
            </p:cNvPr>
            <p:cNvSpPr txBox="1"/>
            <p:nvPr/>
          </p:nvSpPr>
          <p:spPr>
            <a:xfrm>
              <a:off x="1421375" y="20388356"/>
              <a:ext cx="1803728" cy="3751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838" b="1" i="1" dirty="0"/>
                <a:t>Leyenda</a:t>
              </a:r>
              <a:r>
                <a:rPr lang="es-ES" sz="1838" b="1" dirty="0"/>
                <a:t>:</a:t>
              </a:r>
              <a:endParaRPr lang="en-US" sz="1838" b="1" dirty="0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AB7D074B-6905-D4EE-4ED6-283894820C7A}"/>
                </a:ext>
              </a:extLst>
            </p:cNvPr>
            <p:cNvSpPr/>
            <p:nvPr/>
          </p:nvSpPr>
          <p:spPr>
            <a:xfrm>
              <a:off x="1235673" y="20168402"/>
              <a:ext cx="10604892" cy="779170"/>
            </a:xfrm>
            <a:prstGeom prst="roundRect">
              <a:avLst>
                <a:gd name="adj" fmla="val 7552"/>
              </a:avLst>
            </a:prstGeom>
            <a:noFill/>
            <a:ln>
              <a:solidFill>
                <a:schemeClr val="tx1"/>
              </a:solidFill>
              <a:prstDash val="lg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68"/>
            </a:p>
          </p:txBody>
        </p:sp>
        <p:sp>
          <p:nvSpPr>
            <p:cNvPr id="189" name="Rectangle: Rounded Corners 188">
              <a:extLst>
                <a:ext uri="{FF2B5EF4-FFF2-40B4-BE49-F238E27FC236}">
                  <a16:creationId xmlns:a16="http://schemas.microsoft.com/office/drawing/2014/main" id="{30380E39-CBF2-B2D4-EF1F-092E4A278ED4}"/>
                </a:ext>
              </a:extLst>
            </p:cNvPr>
            <p:cNvSpPr/>
            <p:nvPr/>
          </p:nvSpPr>
          <p:spPr>
            <a:xfrm>
              <a:off x="5539627" y="20349454"/>
              <a:ext cx="768042" cy="4232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i="1" dirty="0"/>
            </a:p>
          </p:txBody>
        </p:sp>
        <p:sp>
          <p:nvSpPr>
            <p:cNvPr id="190" name="Rectangle: Rounded Corners 189">
              <a:extLst>
                <a:ext uri="{FF2B5EF4-FFF2-40B4-BE49-F238E27FC236}">
                  <a16:creationId xmlns:a16="http://schemas.microsoft.com/office/drawing/2014/main" id="{E48D3E33-FD48-4682-AD96-35E1D7C791AC}"/>
                </a:ext>
              </a:extLst>
            </p:cNvPr>
            <p:cNvSpPr/>
            <p:nvPr/>
          </p:nvSpPr>
          <p:spPr>
            <a:xfrm>
              <a:off x="8879745" y="20358166"/>
              <a:ext cx="768042" cy="423257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7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7838A66-13B6-F852-66FE-0047E927F36A}"/>
              </a:ext>
            </a:extLst>
          </p:cNvPr>
          <p:cNvGrpSpPr/>
          <p:nvPr/>
        </p:nvGrpSpPr>
        <p:grpSpPr>
          <a:xfrm>
            <a:off x="4633602" y="9199487"/>
            <a:ext cx="1320832" cy="459798"/>
            <a:chOff x="3905344" y="2198532"/>
            <a:chExt cx="2728452" cy="1230468"/>
          </a:xfrm>
        </p:grpSpPr>
        <p:sp>
          <p:nvSpPr>
            <p:cNvPr id="24" name="Diamond 23">
              <a:extLst>
                <a:ext uri="{FF2B5EF4-FFF2-40B4-BE49-F238E27FC236}">
                  <a16:creationId xmlns:a16="http://schemas.microsoft.com/office/drawing/2014/main" id="{D2033C7B-E8E4-1414-8A3D-A83E6228568F}"/>
                </a:ext>
              </a:extLst>
            </p:cNvPr>
            <p:cNvSpPr/>
            <p:nvPr/>
          </p:nvSpPr>
          <p:spPr>
            <a:xfrm>
              <a:off x="4354649" y="2198532"/>
              <a:ext cx="1829841" cy="1230468"/>
            </a:xfrm>
            <a:prstGeom prst="diamond">
              <a:avLst/>
            </a:prstGeom>
            <a:solidFill>
              <a:srgbClr val="FFFF9B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3" b="1" dirty="0">
                <a:solidFill>
                  <a:srgbClr val="CC9B00"/>
                </a:solidFill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923EE2C-DE7F-7A65-F944-5398600D8698}"/>
                </a:ext>
              </a:extLst>
            </p:cNvPr>
            <p:cNvSpPr txBox="1"/>
            <p:nvPr/>
          </p:nvSpPr>
          <p:spPr>
            <a:xfrm>
              <a:off x="3905344" y="2485855"/>
              <a:ext cx="2728452" cy="3361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71" b="1" dirty="0">
                  <a:solidFill>
                    <a:srgbClr val="C49500"/>
                  </a:solidFill>
                </a:rPr>
                <a:t>¿OK?</a:t>
              </a:r>
              <a:endParaRPr lang="en-US" sz="1071" b="1" dirty="0">
                <a:solidFill>
                  <a:srgbClr val="C49500"/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C16D0C6-78C4-A1F6-EC8D-7EF9964044A0}"/>
              </a:ext>
            </a:extLst>
          </p:cNvPr>
          <p:cNvGrpSpPr/>
          <p:nvPr/>
        </p:nvGrpSpPr>
        <p:grpSpPr>
          <a:xfrm>
            <a:off x="4633602" y="7596492"/>
            <a:ext cx="1320832" cy="459798"/>
            <a:chOff x="3905344" y="2198532"/>
            <a:chExt cx="2728452" cy="1230468"/>
          </a:xfrm>
        </p:grpSpPr>
        <p:sp>
          <p:nvSpPr>
            <p:cNvPr id="33" name="Diamond 32">
              <a:extLst>
                <a:ext uri="{FF2B5EF4-FFF2-40B4-BE49-F238E27FC236}">
                  <a16:creationId xmlns:a16="http://schemas.microsoft.com/office/drawing/2014/main" id="{8E9FC146-8B3B-805F-1665-F6015642DE39}"/>
                </a:ext>
              </a:extLst>
            </p:cNvPr>
            <p:cNvSpPr/>
            <p:nvPr/>
          </p:nvSpPr>
          <p:spPr>
            <a:xfrm>
              <a:off x="4354649" y="2198532"/>
              <a:ext cx="1829841" cy="1230468"/>
            </a:xfrm>
            <a:prstGeom prst="diamond">
              <a:avLst/>
            </a:prstGeom>
            <a:solidFill>
              <a:srgbClr val="FFFF9B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3" b="1" dirty="0">
                <a:solidFill>
                  <a:srgbClr val="CC9B00"/>
                </a:solidFill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8750458-105B-AC1D-DF2A-8B180DB8AF23}"/>
                </a:ext>
              </a:extLst>
            </p:cNvPr>
            <p:cNvSpPr txBox="1"/>
            <p:nvPr/>
          </p:nvSpPr>
          <p:spPr>
            <a:xfrm>
              <a:off x="3905344" y="2485855"/>
              <a:ext cx="2728452" cy="3361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71" b="1" dirty="0">
                  <a:solidFill>
                    <a:srgbClr val="C49500"/>
                  </a:solidFill>
                </a:rPr>
                <a:t>¿OK?</a:t>
              </a:r>
              <a:endParaRPr lang="en-US" sz="1071" b="1" dirty="0">
                <a:solidFill>
                  <a:srgbClr val="C49500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EA8831F-C926-65FD-5CB7-2DD443E6FC42}"/>
              </a:ext>
            </a:extLst>
          </p:cNvPr>
          <p:cNvGrpSpPr/>
          <p:nvPr/>
        </p:nvGrpSpPr>
        <p:grpSpPr>
          <a:xfrm>
            <a:off x="4633602" y="5954328"/>
            <a:ext cx="1320832" cy="459798"/>
            <a:chOff x="3905344" y="2198532"/>
            <a:chExt cx="2728452" cy="1230468"/>
          </a:xfrm>
        </p:grpSpPr>
        <p:sp>
          <p:nvSpPr>
            <p:cNvPr id="43" name="Diamond 42">
              <a:extLst>
                <a:ext uri="{FF2B5EF4-FFF2-40B4-BE49-F238E27FC236}">
                  <a16:creationId xmlns:a16="http://schemas.microsoft.com/office/drawing/2014/main" id="{D8F6B86D-B22F-9AFA-6074-49657DB207CA}"/>
                </a:ext>
              </a:extLst>
            </p:cNvPr>
            <p:cNvSpPr/>
            <p:nvPr/>
          </p:nvSpPr>
          <p:spPr>
            <a:xfrm>
              <a:off x="4354649" y="2198532"/>
              <a:ext cx="1829841" cy="1230468"/>
            </a:xfrm>
            <a:prstGeom prst="diamond">
              <a:avLst/>
            </a:prstGeom>
            <a:solidFill>
              <a:srgbClr val="FFFF9B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3" b="1" dirty="0">
                <a:solidFill>
                  <a:srgbClr val="CC9B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02F62B-B5A0-21A7-E5B3-87AF79D52FA6}"/>
                </a:ext>
              </a:extLst>
            </p:cNvPr>
            <p:cNvSpPr txBox="1"/>
            <p:nvPr/>
          </p:nvSpPr>
          <p:spPr>
            <a:xfrm>
              <a:off x="3905344" y="2471198"/>
              <a:ext cx="2728452" cy="3361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71" b="1" dirty="0">
                  <a:solidFill>
                    <a:srgbClr val="C49500"/>
                  </a:solidFill>
                </a:rPr>
                <a:t>¿OK?</a:t>
              </a:r>
              <a:endParaRPr lang="en-US" sz="1071" b="1" dirty="0">
                <a:solidFill>
                  <a:srgbClr val="C49500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13486F4-089C-BF7F-5E10-C3F14A486A81}"/>
              </a:ext>
            </a:extLst>
          </p:cNvPr>
          <p:cNvGrpSpPr/>
          <p:nvPr/>
        </p:nvGrpSpPr>
        <p:grpSpPr>
          <a:xfrm>
            <a:off x="4633605" y="4294374"/>
            <a:ext cx="1320832" cy="459798"/>
            <a:chOff x="3905344" y="2227541"/>
            <a:chExt cx="2728452" cy="1230468"/>
          </a:xfrm>
        </p:grpSpPr>
        <p:sp>
          <p:nvSpPr>
            <p:cNvPr id="52" name="Diamond 51">
              <a:extLst>
                <a:ext uri="{FF2B5EF4-FFF2-40B4-BE49-F238E27FC236}">
                  <a16:creationId xmlns:a16="http://schemas.microsoft.com/office/drawing/2014/main" id="{AED837BA-743E-2A09-1023-76DD8CD34331}"/>
                </a:ext>
              </a:extLst>
            </p:cNvPr>
            <p:cNvSpPr/>
            <p:nvPr/>
          </p:nvSpPr>
          <p:spPr>
            <a:xfrm>
              <a:off x="4354650" y="2227541"/>
              <a:ext cx="1829841" cy="1230468"/>
            </a:xfrm>
            <a:prstGeom prst="diamond">
              <a:avLst/>
            </a:prstGeom>
            <a:solidFill>
              <a:srgbClr val="FFFF9B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3" b="1" dirty="0">
                <a:solidFill>
                  <a:srgbClr val="CC9B00"/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028CDAB-211D-F4CC-1793-6F121D4DFA66}"/>
                </a:ext>
              </a:extLst>
            </p:cNvPr>
            <p:cNvSpPr txBox="1"/>
            <p:nvPr/>
          </p:nvSpPr>
          <p:spPr>
            <a:xfrm>
              <a:off x="3905344" y="2491576"/>
              <a:ext cx="2728452" cy="3361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71" b="1" dirty="0">
                  <a:solidFill>
                    <a:srgbClr val="C49500"/>
                  </a:solidFill>
                </a:rPr>
                <a:t>¿OK?</a:t>
              </a:r>
              <a:endParaRPr lang="en-US" sz="1071" b="1" dirty="0">
                <a:solidFill>
                  <a:srgbClr val="C49500"/>
                </a:solidFill>
              </a:endParaRP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337AA6B-2169-972F-5FFE-6320C0CFD4E8}"/>
              </a:ext>
            </a:extLst>
          </p:cNvPr>
          <p:cNvGrpSpPr/>
          <p:nvPr/>
        </p:nvGrpSpPr>
        <p:grpSpPr>
          <a:xfrm>
            <a:off x="4633602" y="2605131"/>
            <a:ext cx="1320832" cy="459798"/>
            <a:chOff x="3905344" y="2227541"/>
            <a:chExt cx="2728452" cy="1230468"/>
          </a:xfrm>
        </p:grpSpPr>
        <p:sp>
          <p:nvSpPr>
            <p:cNvPr id="55" name="Diamond 54">
              <a:extLst>
                <a:ext uri="{FF2B5EF4-FFF2-40B4-BE49-F238E27FC236}">
                  <a16:creationId xmlns:a16="http://schemas.microsoft.com/office/drawing/2014/main" id="{FC37FFE0-ACEE-3B99-3D51-D3B809DEB24D}"/>
                </a:ext>
              </a:extLst>
            </p:cNvPr>
            <p:cNvSpPr/>
            <p:nvPr/>
          </p:nvSpPr>
          <p:spPr>
            <a:xfrm>
              <a:off x="4354650" y="2227541"/>
              <a:ext cx="1829841" cy="1230468"/>
            </a:xfrm>
            <a:prstGeom prst="diamond">
              <a:avLst/>
            </a:prstGeom>
            <a:solidFill>
              <a:srgbClr val="FFFF9B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3" b="1" dirty="0">
                <a:solidFill>
                  <a:srgbClr val="CC9B00"/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A8BF285-0929-C038-D2A7-3983AD41E619}"/>
                </a:ext>
              </a:extLst>
            </p:cNvPr>
            <p:cNvSpPr txBox="1"/>
            <p:nvPr/>
          </p:nvSpPr>
          <p:spPr>
            <a:xfrm>
              <a:off x="3905344" y="2491576"/>
              <a:ext cx="2728452" cy="3361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71" b="1" dirty="0">
                  <a:solidFill>
                    <a:srgbClr val="C49500"/>
                  </a:solidFill>
                </a:rPr>
                <a:t>¿OK?</a:t>
              </a:r>
              <a:endParaRPr lang="en-US" sz="1071" b="1" dirty="0">
                <a:solidFill>
                  <a:srgbClr val="C49500"/>
                </a:solidFill>
              </a:endParaRP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1390762-F2BC-4766-914C-41F84DA9236F}"/>
              </a:ext>
            </a:extLst>
          </p:cNvPr>
          <p:cNvGrpSpPr/>
          <p:nvPr/>
        </p:nvGrpSpPr>
        <p:grpSpPr>
          <a:xfrm>
            <a:off x="4633602" y="952814"/>
            <a:ext cx="1320832" cy="459798"/>
            <a:chOff x="3905344" y="2227541"/>
            <a:chExt cx="2728452" cy="1230468"/>
          </a:xfrm>
        </p:grpSpPr>
        <p:sp>
          <p:nvSpPr>
            <p:cNvPr id="61" name="Diamond 60">
              <a:extLst>
                <a:ext uri="{FF2B5EF4-FFF2-40B4-BE49-F238E27FC236}">
                  <a16:creationId xmlns:a16="http://schemas.microsoft.com/office/drawing/2014/main" id="{6FC8FDEF-7F1F-B8B7-9B30-75021140C941}"/>
                </a:ext>
              </a:extLst>
            </p:cNvPr>
            <p:cNvSpPr/>
            <p:nvPr/>
          </p:nvSpPr>
          <p:spPr>
            <a:xfrm>
              <a:off x="4354650" y="2227541"/>
              <a:ext cx="1829841" cy="1230468"/>
            </a:xfrm>
            <a:prstGeom prst="diamond">
              <a:avLst/>
            </a:prstGeom>
            <a:solidFill>
              <a:srgbClr val="FFFF9B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3" b="1" dirty="0">
                <a:solidFill>
                  <a:srgbClr val="CC9B00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32E48E6-1A74-83AF-6E41-225870E7C5A9}"/>
                </a:ext>
              </a:extLst>
            </p:cNvPr>
            <p:cNvSpPr txBox="1"/>
            <p:nvPr/>
          </p:nvSpPr>
          <p:spPr>
            <a:xfrm>
              <a:off x="3905344" y="2491576"/>
              <a:ext cx="2728452" cy="3361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71" b="1" dirty="0">
                  <a:solidFill>
                    <a:srgbClr val="C49500"/>
                  </a:solidFill>
                </a:rPr>
                <a:t>¿OK?</a:t>
              </a:r>
              <a:endParaRPr lang="en-US" sz="1071" b="1" dirty="0">
                <a:solidFill>
                  <a:srgbClr val="C495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7378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</TotalTime>
  <Words>281</Words>
  <Application>Microsoft Office PowerPoint</Application>
  <PresentationFormat>Custom</PresentationFormat>
  <Paragraphs>54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Valderas</dc:creator>
  <cp:lastModifiedBy>Sebastian Valderas</cp:lastModifiedBy>
  <cp:revision>3</cp:revision>
  <dcterms:created xsi:type="dcterms:W3CDTF">2026-03-24T19:46:13Z</dcterms:created>
  <dcterms:modified xsi:type="dcterms:W3CDTF">2026-05-21T15:19:01Z</dcterms:modified>
</cp:coreProperties>
</file>