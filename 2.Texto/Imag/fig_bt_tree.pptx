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18470563" cy="85042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25" autoAdjust="0"/>
    <p:restoredTop sz="94660"/>
  </p:normalViewPr>
  <p:slideViewPr>
    <p:cSldViewPr snapToGrid="0">
      <p:cViewPr varScale="1">
        <p:scale>
          <a:sx n="63" d="100"/>
          <a:sy n="63" d="100"/>
        </p:scale>
        <p:origin x="667" y="6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08821" y="1391782"/>
            <a:ext cx="13852922" cy="2960735"/>
          </a:xfrm>
        </p:spPr>
        <p:txBody>
          <a:bodyPr anchor="b"/>
          <a:lstStyle>
            <a:lvl1pPr algn="ctr">
              <a:defRPr sz="7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08821" y="4466694"/>
            <a:ext cx="13852922" cy="2053222"/>
          </a:xfrm>
        </p:spPr>
        <p:txBody>
          <a:bodyPr/>
          <a:lstStyle>
            <a:lvl1pPr marL="0" indent="0" algn="ctr">
              <a:buNone/>
              <a:defRPr sz="2976"/>
            </a:lvl1pPr>
            <a:lvl2pPr marL="566928" indent="0" algn="ctr">
              <a:buNone/>
              <a:defRPr sz="2480"/>
            </a:lvl2pPr>
            <a:lvl3pPr marL="1133856" indent="0" algn="ctr">
              <a:buNone/>
              <a:defRPr sz="2232"/>
            </a:lvl3pPr>
            <a:lvl4pPr marL="1700784" indent="0" algn="ctr">
              <a:buNone/>
              <a:defRPr sz="1984"/>
            </a:lvl4pPr>
            <a:lvl5pPr marL="2267712" indent="0" algn="ctr">
              <a:buNone/>
              <a:defRPr sz="1984"/>
            </a:lvl5pPr>
            <a:lvl6pPr marL="2834640" indent="0" algn="ctr">
              <a:buNone/>
              <a:defRPr sz="1984"/>
            </a:lvl6pPr>
            <a:lvl7pPr marL="3401568" indent="0" algn="ctr">
              <a:buNone/>
              <a:defRPr sz="1984"/>
            </a:lvl7pPr>
            <a:lvl8pPr marL="3968496" indent="0" algn="ctr">
              <a:buNone/>
              <a:defRPr sz="1984"/>
            </a:lvl8pPr>
            <a:lvl9pPr marL="4535424" indent="0" algn="ctr">
              <a:buNone/>
              <a:defRPr sz="198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ACFFE-95A3-438E-B638-61B75ADFBED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CAB04-AF42-4D6E-ADFF-039120EF5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730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ACFFE-95A3-438E-B638-61B75ADFBED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CAB04-AF42-4D6E-ADFF-039120EF5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599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231" y="2120155"/>
            <a:ext cx="15930861" cy="3537526"/>
          </a:xfrm>
        </p:spPr>
        <p:txBody>
          <a:bodyPr anchor="b"/>
          <a:lstStyle>
            <a:lvl1pPr>
              <a:defRPr sz="7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0231" y="5691148"/>
            <a:ext cx="15930861" cy="1860301"/>
          </a:xfrm>
        </p:spPr>
        <p:txBody>
          <a:bodyPr/>
          <a:lstStyle>
            <a:lvl1pPr marL="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1pPr>
            <a:lvl2pPr marL="566928" indent="0">
              <a:buNone/>
              <a:defRPr sz="2480">
                <a:solidFill>
                  <a:schemeClr val="tx1">
                    <a:tint val="82000"/>
                  </a:schemeClr>
                </a:solidFill>
              </a:defRPr>
            </a:lvl2pPr>
            <a:lvl3pPr marL="1133856" indent="0">
              <a:buNone/>
              <a:defRPr sz="2232">
                <a:solidFill>
                  <a:schemeClr val="tx1">
                    <a:tint val="82000"/>
                  </a:schemeClr>
                </a:solidFill>
              </a:defRPr>
            </a:lvl3pPr>
            <a:lvl4pPr marL="1700784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4pPr>
            <a:lvl5pPr marL="2267712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5pPr>
            <a:lvl6pPr marL="283464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6pPr>
            <a:lvl7pPr marL="3401568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7pPr>
            <a:lvl8pPr marL="3968496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8pPr>
            <a:lvl9pPr marL="4535424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ACFFE-95A3-438E-B638-61B75ADFBED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CAB04-AF42-4D6E-ADFF-039120EF5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288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9851" y="2263860"/>
            <a:ext cx="7849989" cy="53958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50723" y="2263860"/>
            <a:ext cx="7849989" cy="53958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ACFFE-95A3-438E-B638-61B75ADFBED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CAB04-AF42-4D6E-ADFF-039120EF5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96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2257" y="452772"/>
            <a:ext cx="15930861" cy="16437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2258" y="2084720"/>
            <a:ext cx="7813913" cy="1021689"/>
          </a:xfrm>
        </p:spPr>
        <p:txBody>
          <a:bodyPr anchor="b"/>
          <a:lstStyle>
            <a:lvl1pPr marL="0" indent="0">
              <a:buNone/>
              <a:defRPr sz="2976" b="1"/>
            </a:lvl1pPr>
            <a:lvl2pPr marL="566928" indent="0">
              <a:buNone/>
              <a:defRPr sz="2480" b="1"/>
            </a:lvl2pPr>
            <a:lvl3pPr marL="1133856" indent="0">
              <a:buNone/>
              <a:defRPr sz="2232" b="1"/>
            </a:lvl3pPr>
            <a:lvl4pPr marL="1700784" indent="0">
              <a:buNone/>
              <a:defRPr sz="1984" b="1"/>
            </a:lvl4pPr>
            <a:lvl5pPr marL="2267712" indent="0">
              <a:buNone/>
              <a:defRPr sz="1984" b="1"/>
            </a:lvl5pPr>
            <a:lvl6pPr marL="2834640" indent="0">
              <a:buNone/>
              <a:defRPr sz="1984" b="1"/>
            </a:lvl6pPr>
            <a:lvl7pPr marL="3401568" indent="0">
              <a:buNone/>
              <a:defRPr sz="1984" b="1"/>
            </a:lvl7pPr>
            <a:lvl8pPr marL="3968496" indent="0">
              <a:buNone/>
              <a:defRPr sz="1984" b="1"/>
            </a:lvl8pPr>
            <a:lvl9pPr marL="4535424" indent="0">
              <a:buNone/>
              <a:defRPr sz="19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2258" y="3106409"/>
            <a:ext cx="7813913" cy="4569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350723" y="2084720"/>
            <a:ext cx="7852395" cy="1021689"/>
          </a:xfrm>
        </p:spPr>
        <p:txBody>
          <a:bodyPr anchor="b"/>
          <a:lstStyle>
            <a:lvl1pPr marL="0" indent="0">
              <a:buNone/>
              <a:defRPr sz="2976" b="1"/>
            </a:lvl1pPr>
            <a:lvl2pPr marL="566928" indent="0">
              <a:buNone/>
              <a:defRPr sz="2480" b="1"/>
            </a:lvl2pPr>
            <a:lvl3pPr marL="1133856" indent="0">
              <a:buNone/>
              <a:defRPr sz="2232" b="1"/>
            </a:lvl3pPr>
            <a:lvl4pPr marL="1700784" indent="0">
              <a:buNone/>
              <a:defRPr sz="1984" b="1"/>
            </a:lvl4pPr>
            <a:lvl5pPr marL="2267712" indent="0">
              <a:buNone/>
              <a:defRPr sz="1984" b="1"/>
            </a:lvl5pPr>
            <a:lvl6pPr marL="2834640" indent="0">
              <a:buNone/>
              <a:defRPr sz="1984" b="1"/>
            </a:lvl6pPr>
            <a:lvl7pPr marL="3401568" indent="0">
              <a:buNone/>
              <a:defRPr sz="1984" b="1"/>
            </a:lvl7pPr>
            <a:lvl8pPr marL="3968496" indent="0">
              <a:buNone/>
              <a:defRPr sz="1984" b="1"/>
            </a:lvl8pPr>
            <a:lvl9pPr marL="4535424" indent="0">
              <a:buNone/>
              <a:defRPr sz="19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350723" y="3106409"/>
            <a:ext cx="7852395" cy="4569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ACFFE-95A3-438E-B638-61B75ADFBED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CAB04-AF42-4D6E-ADFF-039120EF5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659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ACFFE-95A3-438E-B638-61B75ADFBED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CAB04-AF42-4D6E-ADFF-039120EF5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175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ACFFE-95A3-438E-B638-61B75ADFBED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CAB04-AF42-4D6E-ADFF-039120EF5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801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2258" y="566949"/>
            <a:ext cx="5957237" cy="1984322"/>
          </a:xfrm>
        </p:spPr>
        <p:txBody>
          <a:bodyPr anchor="b"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52395" y="1224453"/>
            <a:ext cx="9350723" cy="6043521"/>
          </a:xfrm>
        </p:spPr>
        <p:txBody>
          <a:bodyPr/>
          <a:lstStyle>
            <a:lvl1pPr>
              <a:defRPr sz="3968"/>
            </a:lvl1pPr>
            <a:lvl2pPr>
              <a:defRPr sz="3472"/>
            </a:lvl2pPr>
            <a:lvl3pPr>
              <a:defRPr sz="2976"/>
            </a:lvl3pPr>
            <a:lvl4pPr>
              <a:defRPr sz="2480"/>
            </a:lvl4pPr>
            <a:lvl5pPr>
              <a:defRPr sz="2480"/>
            </a:lvl5pPr>
            <a:lvl6pPr>
              <a:defRPr sz="2480"/>
            </a:lvl6pPr>
            <a:lvl7pPr>
              <a:defRPr sz="2480"/>
            </a:lvl7pPr>
            <a:lvl8pPr>
              <a:defRPr sz="2480"/>
            </a:lvl8pPr>
            <a:lvl9pPr>
              <a:defRPr sz="24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72258" y="2551271"/>
            <a:ext cx="5957237" cy="4726546"/>
          </a:xfrm>
        </p:spPr>
        <p:txBody>
          <a:bodyPr/>
          <a:lstStyle>
            <a:lvl1pPr marL="0" indent="0">
              <a:buNone/>
              <a:defRPr sz="1984"/>
            </a:lvl1pPr>
            <a:lvl2pPr marL="566928" indent="0">
              <a:buNone/>
              <a:defRPr sz="1736"/>
            </a:lvl2pPr>
            <a:lvl3pPr marL="1133856" indent="0">
              <a:buNone/>
              <a:defRPr sz="1488"/>
            </a:lvl3pPr>
            <a:lvl4pPr marL="1700784" indent="0">
              <a:buNone/>
              <a:defRPr sz="1240"/>
            </a:lvl4pPr>
            <a:lvl5pPr marL="2267712" indent="0">
              <a:buNone/>
              <a:defRPr sz="1240"/>
            </a:lvl5pPr>
            <a:lvl6pPr marL="2834640" indent="0">
              <a:buNone/>
              <a:defRPr sz="1240"/>
            </a:lvl6pPr>
            <a:lvl7pPr marL="3401568" indent="0">
              <a:buNone/>
              <a:defRPr sz="1240"/>
            </a:lvl7pPr>
            <a:lvl8pPr marL="3968496" indent="0">
              <a:buNone/>
              <a:defRPr sz="1240"/>
            </a:lvl8pPr>
            <a:lvl9pPr marL="4535424" indent="0">
              <a:buNone/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ACFFE-95A3-438E-B638-61B75ADFBED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CAB04-AF42-4D6E-ADFF-039120EF5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005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2258" y="566949"/>
            <a:ext cx="5957237" cy="1984322"/>
          </a:xfrm>
        </p:spPr>
        <p:txBody>
          <a:bodyPr anchor="b"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52395" y="1224453"/>
            <a:ext cx="9350723" cy="6043521"/>
          </a:xfrm>
        </p:spPr>
        <p:txBody>
          <a:bodyPr anchor="t"/>
          <a:lstStyle>
            <a:lvl1pPr marL="0" indent="0">
              <a:buNone/>
              <a:defRPr sz="3968"/>
            </a:lvl1pPr>
            <a:lvl2pPr marL="566928" indent="0">
              <a:buNone/>
              <a:defRPr sz="3472"/>
            </a:lvl2pPr>
            <a:lvl3pPr marL="1133856" indent="0">
              <a:buNone/>
              <a:defRPr sz="2976"/>
            </a:lvl3pPr>
            <a:lvl4pPr marL="1700784" indent="0">
              <a:buNone/>
              <a:defRPr sz="2480"/>
            </a:lvl4pPr>
            <a:lvl5pPr marL="2267712" indent="0">
              <a:buNone/>
              <a:defRPr sz="2480"/>
            </a:lvl5pPr>
            <a:lvl6pPr marL="2834640" indent="0">
              <a:buNone/>
              <a:defRPr sz="2480"/>
            </a:lvl6pPr>
            <a:lvl7pPr marL="3401568" indent="0">
              <a:buNone/>
              <a:defRPr sz="2480"/>
            </a:lvl7pPr>
            <a:lvl8pPr marL="3968496" indent="0">
              <a:buNone/>
              <a:defRPr sz="2480"/>
            </a:lvl8pPr>
            <a:lvl9pPr marL="4535424" indent="0">
              <a:buNone/>
              <a:defRPr sz="24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72258" y="2551271"/>
            <a:ext cx="5957237" cy="4726546"/>
          </a:xfrm>
        </p:spPr>
        <p:txBody>
          <a:bodyPr/>
          <a:lstStyle>
            <a:lvl1pPr marL="0" indent="0">
              <a:buNone/>
              <a:defRPr sz="1984"/>
            </a:lvl1pPr>
            <a:lvl2pPr marL="566928" indent="0">
              <a:buNone/>
              <a:defRPr sz="1736"/>
            </a:lvl2pPr>
            <a:lvl3pPr marL="1133856" indent="0">
              <a:buNone/>
              <a:defRPr sz="1488"/>
            </a:lvl3pPr>
            <a:lvl4pPr marL="1700784" indent="0">
              <a:buNone/>
              <a:defRPr sz="1240"/>
            </a:lvl4pPr>
            <a:lvl5pPr marL="2267712" indent="0">
              <a:buNone/>
              <a:defRPr sz="1240"/>
            </a:lvl5pPr>
            <a:lvl6pPr marL="2834640" indent="0">
              <a:buNone/>
              <a:defRPr sz="1240"/>
            </a:lvl6pPr>
            <a:lvl7pPr marL="3401568" indent="0">
              <a:buNone/>
              <a:defRPr sz="1240"/>
            </a:lvl7pPr>
            <a:lvl8pPr marL="3968496" indent="0">
              <a:buNone/>
              <a:defRPr sz="1240"/>
            </a:lvl8pPr>
            <a:lvl9pPr marL="4535424" indent="0">
              <a:buNone/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ACFFE-95A3-438E-B638-61B75ADFBED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CAB04-AF42-4D6E-ADFF-039120EF5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659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ACFFE-95A3-438E-B638-61B75ADFBED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CAB04-AF42-4D6E-ADFF-039120EF5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630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17997" y="452772"/>
            <a:ext cx="3982715" cy="72069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69851" y="452772"/>
            <a:ext cx="11717263" cy="72069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ACFFE-95A3-438E-B638-61B75ADFBED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CAB04-AF42-4D6E-ADFF-039120EF5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3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9851" y="452772"/>
            <a:ext cx="15930861" cy="1643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9851" y="2263860"/>
            <a:ext cx="15930861" cy="53958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69851" y="7882169"/>
            <a:ext cx="4155877" cy="452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ACFFE-95A3-438E-B638-61B75ADFBED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118374" y="7882169"/>
            <a:ext cx="6233815" cy="452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044835" y="7882169"/>
            <a:ext cx="4155877" cy="452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CCAB04-AF42-4D6E-ADFF-039120EF5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46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133856" rtl="0" eaLnBrk="1" latinLnBrk="0" hangingPunct="1">
        <a:lnSpc>
          <a:spcPct val="90000"/>
        </a:lnSpc>
        <a:spcBef>
          <a:spcPct val="0"/>
        </a:spcBef>
        <a:buNone/>
        <a:defRPr sz="54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1133856" rtl="0" eaLnBrk="1" latinLnBrk="0" hangingPunct="1">
        <a:lnSpc>
          <a:spcPct val="90000"/>
        </a:lnSpc>
        <a:spcBef>
          <a:spcPts val="1240"/>
        </a:spcBef>
        <a:buFont typeface="Arial" panose="020B0604020202020204" pitchFamily="34" charset="0"/>
        <a:buChar char="•"/>
        <a:defRPr sz="3472" kern="1200">
          <a:solidFill>
            <a:schemeClr val="tx1"/>
          </a:solidFill>
          <a:latin typeface="+mn-lt"/>
          <a:ea typeface="+mn-ea"/>
          <a:cs typeface="+mn-cs"/>
        </a:defRPr>
      </a:lvl1pPr>
      <a:lvl2pPr marL="850392" indent="-283464" algn="l" defTabSz="1133856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417320" indent="-283464" algn="l" defTabSz="1133856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3pPr>
      <a:lvl4pPr marL="1984248" indent="-283464" algn="l" defTabSz="1133856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551176" indent="-283464" algn="l" defTabSz="1133856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3118104" indent="-283464" algn="l" defTabSz="1133856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685032" indent="-283464" algn="l" defTabSz="1133856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4251960" indent="-283464" algn="l" defTabSz="1133856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818888" indent="-283464" algn="l" defTabSz="1133856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33856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1pPr>
      <a:lvl2pPr marL="566928" algn="l" defTabSz="1133856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algn="l" defTabSz="1133856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3pPr>
      <a:lvl4pPr marL="1700784" algn="l" defTabSz="1133856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267712" algn="l" defTabSz="1133856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2834640" algn="l" defTabSz="1133856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401568" algn="l" defTabSz="1133856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3968496" algn="l" defTabSz="1133856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535424" algn="l" defTabSz="1133856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EE9DFDB-411D-880E-966C-1BCB9E7025A3}"/>
              </a:ext>
            </a:extLst>
          </p:cNvPr>
          <p:cNvSpPr/>
          <p:nvPr/>
        </p:nvSpPr>
        <p:spPr>
          <a:xfrm>
            <a:off x="12761502" y="1524534"/>
            <a:ext cx="2412228" cy="698091"/>
          </a:xfrm>
          <a:prstGeom prst="roundRect">
            <a:avLst/>
          </a:prstGeom>
          <a:solidFill>
            <a:srgbClr val="FFB7B7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 err="1">
                <a:solidFill>
                  <a:srgbClr val="FF0000"/>
                </a:solidFill>
              </a:rPr>
              <a:t>ReactiveFallback</a:t>
            </a:r>
            <a:endParaRPr lang="es-ES" sz="1600" b="1" dirty="0">
              <a:solidFill>
                <a:srgbClr val="FF0000"/>
              </a:solidFill>
            </a:endParaRPr>
          </a:p>
          <a:p>
            <a:pPr algn="ctr"/>
            <a:r>
              <a:rPr lang="es-E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Recuperación</a:t>
            </a:r>
            <a:endParaRPr lang="en-US" sz="12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8A6240B-1FEC-CDC3-4D09-8F1C8AFEC431}"/>
              </a:ext>
            </a:extLst>
          </p:cNvPr>
          <p:cNvSpPr/>
          <p:nvPr/>
        </p:nvSpPr>
        <p:spPr>
          <a:xfrm>
            <a:off x="2938453" y="473841"/>
            <a:ext cx="2509777" cy="698091"/>
          </a:xfrm>
          <a:prstGeom prst="roundRect">
            <a:avLst/>
          </a:prstGeom>
          <a:solidFill>
            <a:srgbClr val="89FFBE"/>
          </a:solidFill>
          <a:ln w="19050">
            <a:solidFill>
              <a:srgbClr val="00B05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PipelineSequence</a:t>
            </a:r>
            <a:endParaRPr lang="en-US" sz="16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en-US" sz="12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Navegacion</a:t>
            </a:r>
            <a:r>
              <a: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principal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E72F5B4-31B4-5DAE-36E8-3B1B263859EF}"/>
              </a:ext>
            </a:extLst>
          </p:cNvPr>
          <p:cNvSpPr/>
          <p:nvPr/>
        </p:nvSpPr>
        <p:spPr>
          <a:xfrm>
            <a:off x="7915136" y="471670"/>
            <a:ext cx="2589490" cy="69809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 err="1">
                <a:solidFill>
                  <a:schemeClr val="accent2"/>
                </a:solidFill>
              </a:rPr>
              <a:t>RecoveryNode</a:t>
            </a:r>
            <a:endParaRPr lang="es-ES" sz="1600" b="1" dirty="0">
              <a:solidFill>
                <a:schemeClr val="accent2"/>
              </a:solidFill>
            </a:endParaRPr>
          </a:p>
          <a:p>
            <a:pPr algn="ctr"/>
            <a:r>
              <a:rPr lang="es-E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6 intentos</a:t>
            </a:r>
            <a:endParaRPr lang="en-US" sz="12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23204A0-E451-1771-E9CE-EC068439B346}"/>
              </a:ext>
            </a:extLst>
          </p:cNvPr>
          <p:cNvSpPr/>
          <p:nvPr/>
        </p:nvSpPr>
        <p:spPr>
          <a:xfrm>
            <a:off x="1995016" y="1961812"/>
            <a:ext cx="1983751" cy="698091"/>
          </a:xfrm>
          <a:prstGeom prst="roundRect">
            <a:avLst/>
          </a:prstGeom>
          <a:solidFill>
            <a:srgbClr val="89FFBE"/>
          </a:solidFill>
          <a:ln w="19050">
            <a:solidFill>
              <a:srgbClr val="00B05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RateController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 Hz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2787FB4-C4A0-FB62-72D5-6DC060492830}"/>
              </a:ext>
            </a:extLst>
          </p:cNvPr>
          <p:cNvSpPr/>
          <p:nvPr/>
        </p:nvSpPr>
        <p:spPr>
          <a:xfrm>
            <a:off x="4302678" y="1963409"/>
            <a:ext cx="2128777" cy="717513"/>
          </a:xfrm>
          <a:prstGeom prst="roundRect">
            <a:avLst/>
          </a:prstGeom>
          <a:solidFill>
            <a:srgbClr val="B7CFF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 err="1">
                <a:solidFill>
                  <a:srgbClr val="002060"/>
                </a:solidFill>
              </a:rPr>
              <a:t>FollowPath</a:t>
            </a:r>
            <a:endParaRPr lang="es-ES" sz="1600" b="1" dirty="0">
              <a:solidFill>
                <a:srgbClr val="002060"/>
              </a:solidFill>
            </a:endParaRPr>
          </a:p>
          <a:p>
            <a:pPr algn="ctr"/>
            <a:r>
              <a:rPr lang="es-E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DWB </a:t>
            </a:r>
            <a:r>
              <a:rPr lang="es-ES" sz="12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controller</a:t>
            </a:r>
            <a:endParaRPr lang="es-ES" sz="12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EC866F5-BF56-9D86-97AE-94FA27BC3068}"/>
              </a:ext>
            </a:extLst>
          </p:cNvPr>
          <p:cNvSpPr/>
          <p:nvPr/>
        </p:nvSpPr>
        <p:spPr>
          <a:xfrm>
            <a:off x="1912248" y="3187309"/>
            <a:ext cx="2128777" cy="717513"/>
          </a:xfrm>
          <a:prstGeom prst="roundRect">
            <a:avLst/>
          </a:prstGeom>
          <a:solidFill>
            <a:srgbClr val="B7CFF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 err="1">
                <a:solidFill>
                  <a:srgbClr val="002060"/>
                </a:solidFill>
              </a:rPr>
              <a:t>ComputePath</a:t>
            </a:r>
            <a:endParaRPr lang="es-ES" sz="1600" b="1" dirty="0">
              <a:solidFill>
                <a:srgbClr val="002060"/>
              </a:solidFill>
            </a:endParaRPr>
          </a:p>
          <a:p>
            <a:pPr algn="ctr"/>
            <a:r>
              <a:rPr lang="es-ES" sz="12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GridBased</a:t>
            </a:r>
            <a:r>
              <a:rPr lang="es-E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(A*)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8CF736-6906-6CD5-3643-C3C7F997EFFB}"/>
              </a:ext>
            </a:extLst>
          </p:cNvPr>
          <p:cNvSpPr/>
          <p:nvPr/>
        </p:nvSpPr>
        <p:spPr>
          <a:xfrm>
            <a:off x="8096172" y="4110651"/>
            <a:ext cx="2227158" cy="698091"/>
          </a:xfrm>
          <a:prstGeom prst="roundRect">
            <a:avLst/>
          </a:prstGeom>
          <a:solidFill>
            <a:srgbClr val="FFB7B7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 err="1">
                <a:solidFill>
                  <a:srgbClr val="FF0000"/>
                </a:solidFill>
              </a:rPr>
              <a:t>SequenceStar</a:t>
            </a:r>
            <a:endParaRPr lang="es-ES" sz="1600" b="1" dirty="0">
              <a:solidFill>
                <a:srgbClr val="FF0000"/>
              </a:solidFill>
            </a:endParaRPr>
          </a:p>
          <a:p>
            <a:pPr algn="ctr"/>
            <a:r>
              <a:rPr lang="es-E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7 acciones</a:t>
            </a:r>
            <a:endParaRPr lang="en-US" sz="12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3A2C008-B7CB-B9E0-48B3-0745BE74236C}"/>
              </a:ext>
            </a:extLst>
          </p:cNvPr>
          <p:cNvSpPr/>
          <p:nvPr/>
        </p:nvSpPr>
        <p:spPr>
          <a:xfrm>
            <a:off x="809675" y="6023389"/>
            <a:ext cx="2128777" cy="7175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ClearCostmap</a:t>
            </a:r>
            <a:endParaRPr lang="es-ES" sz="16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s-E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Local 0.3 m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D8F60C2-D79A-3995-9586-FFF6E24FB1B9}"/>
              </a:ext>
            </a:extLst>
          </p:cNvPr>
          <p:cNvSpPr/>
          <p:nvPr/>
        </p:nvSpPr>
        <p:spPr>
          <a:xfrm>
            <a:off x="3277317" y="6023390"/>
            <a:ext cx="2128777" cy="7175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ClearCostmap</a:t>
            </a:r>
            <a:endParaRPr lang="es-ES" sz="16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s-E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Global 0.5 m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5D7A98E-0999-6F4E-0406-BBC1BDE41CDE}"/>
              </a:ext>
            </a:extLst>
          </p:cNvPr>
          <p:cNvSpPr/>
          <p:nvPr/>
        </p:nvSpPr>
        <p:spPr>
          <a:xfrm>
            <a:off x="5744958" y="6023390"/>
            <a:ext cx="2128777" cy="7175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BackUp</a:t>
            </a:r>
            <a:endParaRPr lang="es-ES" sz="16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s-E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0.2 m, 0.03 m/s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655F708-CA0D-105C-5151-0EF3914282CF}"/>
              </a:ext>
            </a:extLst>
          </p:cNvPr>
          <p:cNvSpPr/>
          <p:nvPr/>
        </p:nvSpPr>
        <p:spPr>
          <a:xfrm>
            <a:off x="8212599" y="6023390"/>
            <a:ext cx="2128777" cy="7175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Spin</a:t>
            </a:r>
          </a:p>
          <a:p>
            <a:pPr algn="ctr"/>
            <a:r>
              <a:rPr lang="es-E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1.57 rad  (90°)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EFDDB9A-D5DB-8D47-C4D9-854B975755BC}"/>
              </a:ext>
            </a:extLst>
          </p:cNvPr>
          <p:cNvSpPr/>
          <p:nvPr/>
        </p:nvSpPr>
        <p:spPr>
          <a:xfrm>
            <a:off x="10680240" y="6023390"/>
            <a:ext cx="2128777" cy="717513"/>
          </a:xfrm>
          <a:prstGeom prst="roundRect">
            <a:avLst/>
          </a:prstGeom>
          <a:solidFill>
            <a:srgbClr val="B7CFF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 err="1">
                <a:solidFill>
                  <a:srgbClr val="002060"/>
                </a:solidFill>
              </a:rPr>
              <a:t>ComputePath</a:t>
            </a:r>
            <a:endParaRPr lang="es-ES" sz="1600" b="1" dirty="0">
              <a:solidFill>
                <a:srgbClr val="002060"/>
              </a:solidFill>
            </a:endParaRPr>
          </a:p>
          <a:p>
            <a:pPr algn="ctr"/>
            <a:r>
              <a:rPr lang="es-ES" sz="12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Recovery</a:t>
            </a:r>
            <a:endParaRPr lang="es-ES" sz="12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0A0BDE1-8403-0A4E-1321-01B6E46F9CCF}"/>
              </a:ext>
            </a:extLst>
          </p:cNvPr>
          <p:cNvSpPr/>
          <p:nvPr/>
        </p:nvSpPr>
        <p:spPr>
          <a:xfrm>
            <a:off x="13147881" y="6023390"/>
            <a:ext cx="2128777" cy="717513"/>
          </a:xfrm>
          <a:prstGeom prst="roundRect">
            <a:avLst/>
          </a:prstGeom>
          <a:solidFill>
            <a:srgbClr val="B7CFF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 err="1">
                <a:solidFill>
                  <a:srgbClr val="002060"/>
                </a:solidFill>
              </a:rPr>
              <a:t>FollowPath</a:t>
            </a:r>
            <a:endParaRPr lang="es-ES" sz="1600" b="1" dirty="0">
              <a:solidFill>
                <a:srgbClr val="002060"/>
              </a:solidFill>
            </a:endParaRPr>
          </a:p>
          <a:p>
            <a:pPr algn="ctr"/>
            <a:r>
              <a:rPr lang="es-ES" sz="12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Recovery</a:t>
            </a:r>
            <a:endParaRPr lang="es-ES" sz="12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88B6C0F-3E05-D0E6-194F-FA1D0FBB2E98}"/>
              </a:ext>
            </a:extLst>
          </p:cNvPr>
          <p:cNvSpPr/>
          <p:nvPr/>
        </p:nvSpPr>
        <p:spPr>
          <a:xfrm>
            <a:off x="15615522" y="6023389"/>
            <a:ext cx="2128777" cy="7175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Wait</a:t>
            </a:r>
            <a:endParaRPr lang="es-ES" sz="16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s-E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 s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F3CA1A8D-BD5B-DB0E-C130-8E9F7B99A4D8}"/>
              </a:ext>
            </a:extLst>
          </p:cNvPr>
          <p:cNvCxnSpPr>
            <a:cxnSpLocks/>
            <a:stCxn id="6" idx="1"/>
            <a:endCxn id="5" idx="3"/>
          </p:cNvCxnSpPr>
          <p:nvPr/>
        </p:nvCxnSpPr>
        <p:spPr>
          <a:xfrm rot="10800000" flipV="1">
            <a:off x="5448230" y="820715"/>
            <a:ext cx="2466906" cy="217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C4C85326-E58C-0AC9-E9D5-772F67C7B424}"/>
              </a:ext>
            </a:extLst>
          </p:cNvPr>
          <p:cNvCxnSpPr>
            <a:stCxn id="5" idx="2"/>
            <a:endCxn id="7" idx="0"/>
          </p:cNvCxnSpPr>
          <p:nvPr/>
        </p:nvCxnSpPr>
        <p:spPr>
          <a:xfrm rot="5400000">
            <a:off x="3195178" y="963643"/>
            <a:ext cx="789879" cy="120645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6158344A-6854-6548-04DB-ECB54B02676D}"/>
              </a:ext>
            </a:extLst>
          </p:cNvPr>
          <p:cNvCxnSpPr>
            <a:stCxn id="5" idx="2"/>
            <a:endCxn id="9" idx="0"/>
          </p:cNvCxnSpPr>
          <p:nvPr/>
        </p:nvCxnSpPr>
        <p:spPr>
          <a:xfrm rot="16200000" flipH="1">
            <a:off x="4384462" y="980808"/>
            <a:ext cx="791476" cy="117372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63E4B8AA-2A5E-9D8A-CE97-FE803A85F3F8}"/>
              </a:ext>
            </a:extLst>
          </p:cNvPr>
          <p:cNvCxnSpPr>
            <a:cxnSpLocks/>
            <a:stCxn id="6" idx="3"/>
            <a:endCxn id="4" idx="0"/>
          </p:cNvCxnSpPr>
          <p:nvPr/>
        </p:nvCxnSpPr>
        <p:spPr>
          <a:xfrm>
            <a:off x="10504626" y="820716"/>
            <a:ext cx="3462990" cy="70381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741C9F82-B970-8561-E429-BE3F4B64D946}"/>
              </a:ext>
            </a:extLst>
          </p:cNvPr>
          <p:cNvCxnSpPr>
            <a:cxnSpLocks/>
            <a:stCxn id="4" idx="2"/>
            <a:endCxn id="31" idx="3"/>
          </p:cNvCxnSpPr>
          <p:nvPr/>
        </p:nvCxnSpPr>
        <p:spPr>
          <a:xfrm rot="5400000">
            <a:off x="11776408" y="660781"/>
            <a:ext cx="629365" cy="375305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Left Brace 49">
            <a:extLst>
              <a:ext uri="{FF2B5EF4-FFF2-40B4-BE49-F238E27FC236}">
                <a16:creationId xmlns:a16="http://schemas.microsoft.com/office/drawing/2014/main" id="{48022DF3-342C-3F63-295E-9A48AC5DFAF4}"/>
              </a:ext>
            </a:extLst>
          </p:cNvPr>
          <p:cNvSpPr/>
          <p:nvPr/>
        </p:nvSpPr>
        <p:spPr>
          <a:xfrm rot="5400000">
            <a:off x="9000784" y="-3098563"/>
            <a:ext cx="416689" cy="17070338"/>
          </a:xfrm>
          <a:prstGeom prst="leftBrace">
            <a:avLst>
              <a:gd name="adj1" fmla="val 123907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3405341-D071-2B68-C8EA-9759A3F65D39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flipH="1">
            <a:off x="2976636" y="2659899"/>
            <a:ext cx="10255" cy="527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F5B742D4-7432-07AB-8D62-2FD84BF03C9A}"/>
              </a:ext>
            </a:extLst>
          </p:cNvPr>
          <p:cNvSpPr/>
          <p:nvPr/>
        </p:nvSpPr>
        <p:spPr>
          <a:xfrm>
            <a:off x="1645460" y="6855901"/>
            <a:ext cx="365760" cy="36576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31" b="1" dirty="0"/>
              <a:t>1</a:t>
            </a:r>
            <a:endParaRPr lang="en-US" sz="1631" b="1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A49734BC-23CD-B8E8-6391-D23D3C7BE50C}"/>
              </a:ext>
            </a:extLst>
          </p:cNvPr>
          <p:cNvSpPr/>
          <p:nvPr/>
        </p:nvSpPr>
        <p:spPr>
          <a:xfrm>
            <a:off x="4119794" y="6855901"/>
            <a:ext cx="365760" cy="36576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31" b="1" dirty="0"/>
              <a:t>2</a:t>
            </a:r>
            <a:endParaRPr lang="en-US" sz="1631" b="1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F23ABFE2-3211-8338-9598-CEC989E6E93B}"/>
              </a:ext>
            </a:extLst>
          </p:cNvPr>
          <p:cNvSpPr/>
          <p:nvPr/>
        </p:nvSpPr>
        <p:spPr>
          <a:xfrm>
            <a:off x="6594128" y="6855901"/>
            <a:ext cx="365760" cy="36576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31" b="1" dirty="0"/>
              <a:t>3</a:t>
            </a:r>
            <a:endParaRPr lang="en-US" sz="1631" b="1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383003F6-3E3A-5AF4-C205-482DAD4AF9DB}"/>
              </a:ext>
            </a:extLst>
          </p:cNvPr>
          <p:cNvSpPr/>
          <p:nvPr/>
        </p:nvSpPr>
        <p:spPr>
          <a:xfrm>
            <a:off x="9026244" y="6855901"/>
            <a:ext cx="365760" cy="36576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31" b="1" dirty="0"/>
              <a:t>4</a:t>
            </a:r>
            <a:endParaRPr lang="en-US" sz="1631" b="1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7823CFD0-D8DC-672C-469B-1F2EA1465C92}"/>
              </a:ext>
            </a:extLst>
          </p:cNvPr>
          <p:cNvSpPr/>
          <p:nvPr/>
        </p:nvSpPr>
        <p:spPr>
          <a:xfrm>
            <a:off x="11561744" y="6855901"/>
            <a:ext cx="365760" cy="36576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31" b="1" dirty="0"/>
              <a:t>5</a:t>
            </a:r>
            <a:endParaRPr lang="en-US" sz="1631" b="1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7AB1B134-790B-59A8-1221-DF0F41744032}"/>
              </a:ext>
            </a:extLst>
          </p:cNvPr>
          <p:cNvSpPr/>
          <p:nvPr/>
        </p:nvSpPr>
        <p:spPr>
          <a:xfrm>
            <a:off x="14029385" y="6855901"/>
            <a:ext cx="365760" cy="36576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31" b="1" dirty="0"/>
              <a:t>6</a:t>
            </a:r>
            <a:endParaRPr lang="en-US" sz="1631" b="1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E60A5BB-F2B2-3C3E-FA2C-52D3A104039F}"/>
              </a:ext>
            </a:extLst>
          </p:cNvPr>
          <p:cNvSpPr/>
          <p:nvPr/>
        </p:nvSpPr>
        <p:spPr>
          <a:xfrm>
            <a:off x="16497026" y="6855901"/>
            <a:ext cx="365760" cy="36576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31" b="1" dirty="0"/>
              <a:t>7</a:t>
            </a:r>
            <a:endParaRPr lang="en-US" sz="1631" b="1" dirty="0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C1C2FC5-314B-D382-9CB8-C1B7EFC12CFC}"/>
              </a:ext>
            </a:extLst>
          </p:cNvPr>
          <p:cNvCxnSpPr>
            <a:cxnSpLocks/>
          </p:cNvCxnSpPr>
          <p:nvPr/>
        </p:nvCxnSpPr>
        <p:spPr>
          <a:xfrm>
            <a:off x="1241086" y="5795426"/>
            <a:ext cx="15947319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017AB8A8-75C6-FC90-E35B-379553B9F7A6}"/>
              </a:ext>
            </a:extLst>
          </p:cNvPr>
          <p:cNvSpPr/>
          <p:nvPr/>
        </p:nvSpPr>
        <p:spPr>
          <a:xfrm>
            <a:off x="1241086" y="7813186"/>
            <a:ext cx="758820" cy="418332"/>
          </a:xfrm>
          <a:prstGeom prst="roundRect">
            <a:avLst/>
          </a:prstGeom>
          <a:solidFill>
            <a:srgbClr val="89FFBE"/>
          </a:solidFill>
          <a:ln w="19050">
            <a:solidFill>
              <a:srgbClr val="00B05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68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9101B8E-1D96-C38A-2E50-342F8999BDD7}"/>
              </a:ext>
            </a:extLst>
          </p:cNvPr>
          <p:cNvSpPr txBox="1"/>
          <p:nvPr/>
        </p:nvSpPr>
        <p:spPr>
          <a:xfrm>
            <a:off x="2027202" y="7877775"/>
            <a:ext cx="226038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ES" sz="1400" i="1" dirty="0"/>
              <a:t>Secuencia Navegación</a:t>
            </a:r>
            <a:endParaRPr lang="en-US" sz="1400" i="1" dirty="0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005BA6B3-A165-7B8D-F169-1C1BF822905D}"/>
              </a:ext>
            </a:extLst>
          </p:cNvPr>
          <p:cNvSpPr/>
          <p:nvPr/>
        </p:nvSpPr>
        <p:spPr>
          <a:xfrm>
            <a:off x="4236055" y="7829947"/>
            <a:ext cx="758820" cy="401002"/>
          </a:xfrm>
          <a:prstGeom prst="roundRect">
            <a:avLst/>
          </a:prstGeom>
          <a:solidFill>
            <a:srgbClr val="FFB7B7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68" b="1" dirty="0">
              <a:solidFill>
                <a:srgbClr val="FF0000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F9872F4-EA3B-5588-9125-7393C5062C2F}"/>
              </a:ext>
            </a:extLst>
          </p:cNvPr>
          <p:cNvSpPr txBox="1"/>
          <p:nvPr/>
        </p:nvSpPr>
        <p:spPr>
          <a:xfrm>
            <a:off x="5030830" y="7881191"/>
            <a:ext cx="230377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ES" sz="1400" i="1" dirty="0" err="1"/>
              <a:t>Fallback</a:t>
            </a:r>
            <a:r>
              <a:rPr lang="es-ES" sz="1400" i="1" dirty="0"/>
              <a:t> (recuperación)</a:t>
            </a:r>
            <a:endParaRPr lang="en-US" sz="1400" i="1" dirty="0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6B8ABD6A-564F-8759-95ED-D0BEA5E34A86}"/>
              </a:ext>
            </a:extLst>
          </p:cNvPr>
          <p:cNvSpPr/>
          <p:nvPr/>
        </p:nvSpPr>
        <p:spPr>
          <a:xfrm>
            <a:off x="7344550" y="7829948"/>
            <a:ext cx="758820" cy="424309"/>
          </a:xfrm>
          <a:prstGeom prst="roundRect">
            <a:avLst/>
          </a:prstGeom>
          <a:solidFill>
            <a:srgbClr val="B7CFF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68" b="1" dirty="0">
              <a:solidFill>
                <a:srgbClr val="002060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A032553-1E23-1D31-DD35-CA46A27CD1CE}"/>
              </a:ext>
            </a:extLst>
          </p:cNvPr>
          <p:cNvSpPr txBox="1"/>
          <p:nvPr/>
        </p:nvSpPr>
        <p:spPr>
          <a:xfrm>
            <a:off x="8123690" y="7892755"/>
            <a:ext cx="204563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ES" sz="1400" i="1" dirty="0" err="1"/>
              <a:t>Accion</a:t>
            </a:r>
            <a:r>
              <a:rPr lang="es-ES" sz="1400" i="1" dirty="0"/>
              <a:t> (Nav2 plugin)</a:t>
            </a:r>
            <a:endParaRPr lang="en-US" sz="1400" i="1" dirty="0"/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6E9D97C7-69C4-4351-FA32-02B702977B7A}"/>
              </a:ext>
            </a:extLst>
          </p:cNvPr>
          <p:cNvSpPr/>
          <p:nvPr/>
        </p:nvSpPr>
        <p:spPr>
          <a:xfrm>
            <a:off x="1" y="7632628"/>
            <a:ext cx="18470563" cy="763530"/>
          </a:xfrm>
          <a:prstGeom prst="roundRect">
            <a:avLst>
              <a:gd name="adj" fmla="val 7552"/>
            </a:avLst>
          </a:prstGeom>
          <a:noFill/>
          <a:ln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68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1710DF1-1859-3043-AF5D-5C7673F7D111}"/>
              </a:ext>
            </a:extLst>
          </p:cNvPr>
          <p:cNvSpPr txBox="1"/>
          <p:nvPr/>
        </p:nvSpPr>
        <p:spPr>
          <a:xfrm>
            <a:off x="54851" y="7861777"/>
            <a:ext cx="13481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i="1" dirty="0"/>
              <a:t>Leyenda</a:t>
            </a:r>
            <a:r>
              <a:rPr lang="es-ES" sz="1600" b="1" dirty="0"/>
              <a:t>:</a:t>
            </a:r>
            <a:endParaRPr lang="en-US" sz="1600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5CEA92F-C4AD-A47F-9371-F7DE861BDA9D}"/>
              </a:ext>
            </a:extLst>
          </p:cNvPr>
          <p:cNvSpPr txBox="1"/>
          <p:nvPr/>
        </p:nvSpPr>
        <p:spPr>
          <a:xfrm>
            <a:off x="11097359" y="7885797"/>
            <a:ext cx="113666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ES" sz="1400" i="1" dirty="0"/>
              <a:t>Condición</a:t>
            </a:r>
            <a:endParaRPr lang="en-US" sz="1400" i="1" dirty="0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AA424151-1C1C-6D7C-E213-3CCD93135B9A}"/>
              </a:ext>
            </a:extLst>
          </p:cNvPr>
          <p:cNvSpPr/>
          <p:nvPr/>
        </p:nvSpPr>
        <p:spPr>
          <a:xfrm>
            <a:off x="12483710" y="7812970"/>
            <a:ext cx="758952" cy="42565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2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ECFE02-22B5-22E8-D620-DF3745AD8202}"/>
              </a:ext>
            </a:extLst>
          </p:cNvPr>
          <p:cNvSpPr txBox="1"/>
          <p:nvPr/>
        </p:nvSpPr>
        <p:spPr>
          <a:xfrm>
            <a:off x="13349759" y="7871911"/>
            <a:ext cx="204563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ES" sz="1400" i="1" dirty="0"/>
              <a:t>Acción de recuperación</a:t>
            </a:r>
            <a:endParaRPr lang="en-US" sz="1400" i="1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16C1BD2-628B-59A4-F9DE-AB1574F55D4F}"/>
              </a:ext>
            </a:extLst>
          </p:cNvPr>
          <p:cNvSpPr/>
          <p:nvPr/>
        </p:nvSpPr>
        <p:spPr>
          <a:xfrm>
            <a:off x="15829838" y="7808860"/>
            <a:ext cx="758952" cy="42976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8E004F-43F4-A0DF-13FF-0591EB396EFF}"/>
              </a:ext>
            </a:extLst>
          </p:cNvPr>
          <p:cNvSpPr txBox="1"/>
          <p:nvPr/>
        </p:nvSpPr>
        <p:spPr>
          <a:xfrm>
            <a:off x="16695703" y="7871911"/>
            <a:ext cx="204563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ES" sz="1400" i="1" dirty="0" err="1"/>
              <a:t>Raiz</a:t>
            </a:r>
            <a:r>
              <a:rPr lang="es-ES" sz="1400" i="1" dirty="0"/>
              <a:t> (</a:t>
            </a:r>
            <a:r>
              <a:rPr lang="es-ES" sz="1400" i="1" dirty="0" err="1"/>
              <a:t>RecoveryNode</a:t>
            </a:r>
            <a:r>
              <a:rPr lang="es-ES" sz="1400" i="1" dirty="0"/>
              <a:t>)</a:t>
            </a:r>
            <a:endParaRPr lang="en-US" sz="1400" i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288228-64D6-FBB1-C6EF-E3163D1C3CE5}"/>
              </a:ext>
            </a:extLst>
          </p:cNvPr>
          <p:cNvSpPr txBox="1"/>
          <p:nvPr/>
        </p:nvSpPr>
        <p:spPr>
          <a:xfrm>
            <a:off x="6228818" y="471669"/>
            <a:ext cx="931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accent6">
                    <a:lumMod val="50000"/>
                  </a:schemeClr>
                </a:solidFill>
              </a:rPr>
              <a:t>E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XITO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E97AEE-BE48-1F7A-4ECE-5C879CBD1AD2}"/>
              </a:ext>
            </a:extLst>
          </p:cNvPr>
          <p:cNvSpPr txBox="1"/>
          <p:nvPr/>
        </p:nvSpPr>
        <p:spPr>
          <a:xfrm>
            <a:off x="11662183" y="478517"/>
            <a:ext cx="1209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FALLO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F9C1283-E958-5FCD-1EC2-F63A5C532442}"/>
              </a:ext>
            </a:extLst>
          </p:cNvPr>
          <p:cNvGrpSpPr/>
          <p:nvPr/>
        </p:nvGrpSpPr>
        <p:grpSpPr>
          <a:xfrm>
            <a:off x="8206251" y="2330770"/>
            <a:ext cx="2008313" cy="1042439"/>
            <a:chOff x="4051913" y="2348601"/>
            <a:chExt cx="1748099" cy="907372"/>
          </a:xfrm>
        </p:grpSpPr>
        <p:sp>
          <p:nvSpPr>
            <p:cNvPr id="31" name="Diamond 30">
              <a:extLst>
                <a:ext uri="{FF2B5EF4-FFF2-40B4-BE49-F238E27FC236}">
                  <a16:creationId xmlns:a16="http://schemas.microsoft.com/office/drawing/2014/main" id="{A5FF04C5-BC91-D796-490F-801C0ECB882A}"/>
                </a:ext>
              </a:extLst>
            </p:cNvPr>
            <p:cNvSpPr/>
            <p:nvPr/>
          </p:nvSpPr>
          <p:spPr>
            <a:xfrm>
              <a:off x="4051913" y="2348601"/>
              <a:ext cx="1748099" cy="907372"/>
            </a:xfrm>
            <a:prstGeom prst="diamond">
              <a:avLst/>
            </a:prstGeom>
            <a:solidFill>
              <a:srgbClr val="FFFF9B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7" b="1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B0B069D-FD87-F110-BAB4-5127B8B9A5FD}"/>
                </a:ext>
              </a:extLst>
            </p:cNvPr>
            <p:cNvSpPr txBox="1"/>
            <p:nvPr/>
          </p:nvSpPr>
          <p:spPr>
            <a:xfrm>
              <a:off x="4265161" y="2658530"/>
              <a:ext cx="1304927" cy="2946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b="1" dirty="0" err="1">
                  <a:solidFill>
                    <a:srgbClr val="BC8F00"/>
                  </a:solidFill>
                </a:rPr>
                <a:t>GoalUpdated</a:t>
              </a:r>
              <a:endParaRPr lang="es-ES" sz="1600" b="1" dirty="0">
                <a:solidFill>
                  <a:srgbClr val="BC8F00"/>
                </a:solidFill>
              </a:endParaRPr>
            </a:p>
          </p:txBody>
        </p:sp>
      </p:grp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4E2B5E2-3700-80E3-82CB-D45A85767214}"/>
              </a:ext>
            </a:extLst>
          </p:cNvPr>
          <p:cNvCxnSpPr>
            <a:stCxn id="31" idx="2"/>
            <a:endCxn id="11" idx="0"/>
          </p:cNvCxnSpPr>
          <p:nvPr/>
        </p:nvCxnSpPr>
        <p:spPr>
          <a:xfrm flipH="1">
            <a:off x="9209751" y="3373209"/>
            <a:ext cx="657" cy="7374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1C329D1-8270-F3E2-0440-22244730C946}"/>
              </a:ext>
            </a:extLst>
          </p:cNvPr>
          <p:cNvCxnSpPr>
            <a:stCxn id="11" idx="2"/>
            <a:endCxn id="50" idx="1"/>
          </p:cNvCxnSpPr>
          <p:nvPr/>
        </p:nvCxnSpPr>
        <p:spPr>
          <a:xfrm flipH="1">
            <a:off x="9209129" y="4808742"/>
            <a:ext cx="622" cy="4195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7C700AB-A993-B5E5-199E-6875A1C8B59C}"/>
              </a:ext>
            </a:extLst>
          </p:cNvPr>
          <p:cNvCxnSpPr>
            <a:stCxn id="31" idx="0"/>
            <a:endCxn id="6" idx="2"/>
          </p:cNvCxnSpPr>
          <p:nvPr/>
        </p:nvCxnSpPr>
        <p:spPr>
          <a:xfrm flipH="1" flipV="1">
            <a:off x="9209881" y="1169761"/>
            <a:ext cx="527" cy="1161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A140FA93-5A93-209D-071B-B573DF87E906}"/>
              </a:ext>
            </a:extLst>
          </p:cNvPr>
          <p:cNvSpPr txBox="1"/>
          <p:nvPr/>
        </p:nvSpPr>
        <p:spPr>
          <a:xfrm>
            <a:off x="9026244" y="3557264"/>
            <a:ext cx="1407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FAILURE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E628997-4ED6-9F0D-5CBB-372227B0A2A1}"/>
              </a:ext>
            </a:extLst>
          </p:cNvPr>
          <p:cNvSpPr txBox="1"/>
          <p:nvPr/>
        </p:nvSpPr>
        <p:spPr>
          <a:xfrm>
            <a:off x="9026244" y="1625772"/>
            <a:ext cx="15481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accent6">
                    <a:lumMod val="50000"/>
                  </a:schemeClr>
                </a:solidFill>
              </a:rPr>
              <a:t>SUCCESS</a:t>
            </a:r>
            <a:endParaRPr lang="en-US" dirty="0"/>
          </a:p>
        </p:txBody>
      </p:sp>
      <p:sp>
        <p:nvSpPr>
          <p:cNvPr id="57" name="Diamond 56">
            <a:extLst>
              <a:ext uri="{FF2B5EF4-FFF2-40B4-BE49-F238E27FC236}">
                <a16:creationId xmlns:a16="http://schemas.microsoft.com/office/drawing/2014/main" id="{A114D5C1-2E42-6DAC-BBE1-2A0F44CFB5E2}"/>
              </a:ext>
            </a:extLst>
          </p:cNvPr>
          <p:cNvSpPr/>
          <p:nvPr/>
        </p:nvSpPr>
        <p:spPr>
          <a:xfrm>
            <a:off x="10244173" y="7829947"/>
            <a:ext cx="758821" cy="418331"/>
          </a:xfrm>
          <a:prstGeom prst="diamond">
            <a:avLst/>
          </a:prstGeom>
          <a:solidFill>
            <a:srgbClr val="FFFF9B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7" b="1" dirty="0"/>
          </a:p>
        </p:txBody>
      </p:sp>
    </p:spTree>
    <p:extLst>
      <p:ext uri="{BB962C8B-B14F-4D97-AF65-F5344CB8AC3E}">
        <p14:creationId xmlns:p14="http://schemas.microsoft.com/office/powerpoint/2010/main" val="2694642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168</TotalTime>
  <Words>85</Words>
  <Application>Microsoft Office PowerPoint</Application>
  <PresentationFormat>Custom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Valderas</dc:creator>
  <cp:lastModifiedBy>Sebastian Valderas</cp:lastModifiedBy>
  <cp:revision>6</cp:revision>
  <dcterms:created xsi:type="dcterms:W3CDTF">2026-03-27T02:52:32Z</dcterms:created>
  <dcterms:modified xsi:type="dcterms:W3CDTF">2026-03-27T16:19:22Z</dcterms:modified>
</cp:coreProperties>
</file>