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17738725" cy="13441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8F00"/>
    <a:srgbClr val="FFEDB3"/>
    <a:srgbClr val="D9E6FF"/>
    <a:srgbClr val="C9DBFF"/>
    <a:srgbClr val="B7CFFF"/>
    <a:srgbClr val="89FFBE"/>
    <a:srgbClr val="F2CFEE"/>
    <a:srgbClr val="00B050"/>
    <a:srgbClr val="FFB7B7"/>
    <a:srgbClr val="FF9B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72" autoAdjust="0"/>
    <p:restoredTop sz="94660"/>
  </p:normalViewPr>
  <p:slideViewPr>
    <p:cSldViewPr snapToGrid="0">
      <p:cViewPr>
        <p:scale>
          <a:sx n="75" d="100"/>
          <a:sy n="75" d="100"/>
        </p:scale>
        <p:origin x="115" y="-2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0405" y="2199779"/>
            <a:ext cx="15077916" cy="4679586"/>
          </a:xfrm>
        </p:spPr>
        <p:txBody>
          <a:bodyPr anchor="b"/>
          <a:lstStyle>
            <a:lvl1pPr algn="ctr">
              <a:defRPr sz="116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7341" y="7059828"/>
            <a:ext cx="13304044" cy="3245217"/>
          </a:xfrm>
        </p:spPr>
        <p:txBody>
          <a:bodyPr/>
          <a:lstStyle>
            <a:lvl1pPr marL="0" indent="0" algn="ctr">
              <a:buNone/>
              <a:defRPr sz="4656"/>
            </a:lvl1pPr>
            <a:lvl2pPr marL="886922" indent="0" algn="ctr">
              <a:buNone/>
              <a:defRPr sz="3880"/>
            </a:lvl2pPr>
            <a:lvl3pPr marL="1773845" indent="0" algn="ctr">
              <a:buNone/>
              <a:defRPr sz="3492"/>
            </a:lvl3pPr>
            <a:lvl4pPr marL="2660767" indent="0" algn="ctr">
              <a:buNone/>
              <a:defRPr sz="3104"/>
            </a:lvl4pPr>
            <a:lvl5pPr marL="3547689" indent="0" algn="ctr">
              <a:buNone/>
              <a:defRPr sz="3104"/>
            </a:lvl5pPr>
            <a:lvl6pPr marL="4434611" indent="0" algn="ctr">
              <a:buNone/>
              <a:defRPr sz="3104"/>
            </a:lvl6pPr>
            <a:lvl7pPr marL="5321534" indent="0" algn="ctr">
              <a:buNone/>
              <a:defRPr sz="3104"/>
            </a:lvl7pPr>
            <a:lvl8pPr marL="6208456" indent="0" algn="ctr">
              <a:buNone/>
              <a:defRPr sz="3104"/>
            </a:lvl8pPr>
            <a:lvl9pPr marL="7095378" indent="0" algn="ctr">
              <a:buNone/>
              <a:defRPr sz="310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D98E6-D02A-4828-A6EF-A242E3E4834F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79F6-35EA-444B-A491-04B7B35BA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24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D98E6-D02A-4828-A6EF-A242E3E4834F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79F6-35EA-444B-A491-04B7B35BA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15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0300" y="3351010"/>
            <a:ext cx="15299650" cy="5591233"/>
          </a:xfrm>
        </p:spPr>
        <p:txBody>
          <a:bodyPr anchor="b"/>
          <a:lstStyle>
            <a:lvl1pPr>
              <a:defRPr sz="116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0300" y="8995138"/>
            <a:ext cx="15299650" cy="2940297"/>
          </a:xfrm>
        </p:spPr>
        <p:txBody>
          <a:bodyPr/>
          <a:lstStyle>
            <a:lvl1pPr marL="0" indent="0">
              <a:buNone/>
              <a:defRPr sz="4656">
                <a:solidFill>
                  <a:schemeClr val="tx1">
                    <a:tint val="82000"/>
                  </a:schemeClr>
                </a:solidFill>
              </a:defRPr>
            </a:lvl1pPr>
            <a:lvl2pPr marL="886922" indent="0">
              <a:buNone/>
              <a:defRPr sz="3880">
                <a:solidFill>
                  <a:schemeClr val="tx1">
                    <a:tint val="82000"/>
                  </a:schemeClr>
                </a:solidFill>
              </a:defRPr>
            </a:lvl2pPr>
            <a:lvl3pPr marL="1773845" indent="0">
              <a:buNone/>
              <a:defRPr sz="3492">
                <a:solidFill>
                  <a:schemeClr val="tx1">
                    <a:tint val="82000"/>
                  </a:schemeClr>
                </a:solidFill>
              </a:defRPr>
            </a:lvl3pPr>
            <a:lvl4pPr marL="2660767" indent="0">
              <a:buNone/>
              <a:defRPr sz="3104">
                <a:solidFill>
                  <a:schemeClr val="tx1">
                    <a:tint val="82000"/>
                  </a:schemeClr>
                </a:solidFill>
              </a:defRPr>
            </a:lvl4pPr>
            <a:lvl5pPr marL="3547689" indent="0">
              <a:buNone/>
              <a:defRPr sz="3104">
                <a:solidFill>
                  <a:schemeClr val="tx1">
                    <a:tint val="82000"/>
                  </a:schemeClr>
                </a:solidFill>
              </a:defRPr>
            </a:lvl5pPr>
            <a:lvl6pPr marL="4434611" indent="0">
              <a:buNone/>
              <a:defRPr sz="3104">
                <a:solidFill>
                  <a:schemeClr val="tx1">
                    <a:tint val="82000"/>
                  </a:schemeClr>
                </a:solidFill>
              </a:defRPr>
            </a:lvl6pPr>
            <a:lvl7pPr marL="5321534" indent="0">
              <a:buNone/>
              <a:defRPr sz="3104">
                <a:solidFill>
                  <a:schemeClr val="tx1">
                    <a:tint val="82000"/>
                  </a:schemeClr>
                </a:solidFill>
              </a:defRPr>
            </a:lvl7pPr>
            <a:lvl8pPr marL="6208456" indent="0">
              <a:buNone/>
              <a:defRPr sz="3104">
                <a:solidFill>
                  <a:schemeClr val="tx1">
                    <a:tint val="82000"/>
                  </a:schemeClr>
                </a:solidFill>
              </a:defRPr>
            </a:lvl8pPr>
            <a:lvl9pPr marL="7095378" indent="0">
              <a:buNone/>
              <a:defRPr sz="310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D98E6-D02A-4828-A6EF-A242E3E4834F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79F6-35EA-444B-A491-04B7B35BA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109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9537" y="3578141"/>
            <a:ext cx="7538958" cy="85284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80230" y="3578141"/>
            <a:ext cx="7538958" cy="85284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D98E6-D02A-4828-A6EF-A242E3E4834F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79F6-35EA-444B-A491-04B7B35BA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319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1848" y="715631"/>
            <a:ext cx="15299650" cy="25980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1850" y="3295002"/>
            <a:ext cx="7504311" cy="1614829"/>
          </a:xfrm>
        </p:spPr>
        <p:txBody>
          <a:bodyPr anchor="b"/>
          <a:lstStyle>
            <a:lvl1pPr marL="0" indent="0">
              <a:buNone/>
              <a:defRPr sz="4656" b="1"/>
            </a:lvl1pPr>
            <a:lvl2pPr marL="886922" indent="0">
              <a:buNone/>
              <a:defRPr sz="3880" b="1"/>
            </a:lvl2pPr>
            <a:lvl3pPr marL="1773845" indent="0">
              <a:buNone/>
              <a:defRPr sz="3492" b="1"/>
            </a:lvl3pPr>
            <a:lvl4pPr marL="2660767" indent="0">
              <a:buNone/>
              <a:defRPr sz="3104" b="1"/>
            </a:lvl4pPr>
            <a:lvl5pPr marL="3547689" indent="0">
              <a:buNone/>
              <a:defRPr sz="3104" b="1"/>
            </a:lvl5pPr>
            <a:lvl6pPr marL="4434611" indent="0">
              <a:buNone/>
              <a:defRPr sz="3104" b="1"/>
            </a:lvl6pPr>
            <a:lvl7pPr marL="5321534" indent="0">
              <a:buNone/>
              <a:defRPr sz="3104" b="1"/>
            </a:lvl7pPr>
            <a:lvl8pPr marL="6208456" indent="0">
              <a:buNone/>
              <a:defRPr sz="3104" b="1"/>
            </a:lvl8pPr>
            <a:lvl9pPr marL="7095378" indent="0">
              <a:buNone/>
              <a:defRPr sz="31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21850" y="4909831"/>
            <a:ext cx="7504311" cy="7221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980230" y="3295002"/>
            <a:ext cx="7541269" cy="1614829"/>
          </a:xfrm>
        </p:spPr>
        <p:txBody>
          <a:bodyPr anchor="b"/>
          <a:lstStyle>
            <a:lvl1pPr marL="0" indent="0">
              <a:buNone/>
              <a:defRPr sz="4656" b="1"/>
            </a:lvl1pPr>
            <a:lvl2pPr marL="886922" indent="0">
              <a:buNone/>
              <a:defRPr sz="3880" b="1"/>
            </a:lvl2pPr>
            <a:lvl3pPr marL="1773845" indent="0">
              <a:buNone/>
              <a:defRPr sz="3492" b="1"/>
            </a:lvl3pPr>
            <a:lvl4pPr marL="2660767" indent="0">
              <a:buNone/>
              <a:defRPr sz="3104" b="1"/>
            </a:lvl4pPr>
            <a:lvl5pPr marL="3547689" indent="0">
              <a:buNone/>
              <a:defRPr sz="3104" b="1"/>
            </a:lvl5pPr>
            <a:lvl6pPr marL="4434611" indent="0">
              <a:buNone/>
              <a:defRPr sz="3104" b="1"/>
            </a:lvl6pPr>
            <a:lvl7pPr marL="5321534" indent="0">
              <a:buNone/>
              <a:defRPr sz="3104" b="1"/>
            </a:lvl7pPr>
            <a:lvl8pPr marL="6208456" indent="0">
              <a:buNone/>
              <a:defRPr sz="3104" b="1"/>
            </a:lvl8pPr>
            <a:lvl9pPr marL="7095378" indent="0">
              <a:buNone/>
              <a:defRPr sz="31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980230" y="4909831"/>
            <a:ext cx="7541269" cy="7221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D98E6-D02A-4828-A6EF-A242E3E4834F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79F6-35EA-444B-A491-04B7B35BA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72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D98E6-D02A-4828-A6EF-A242E3E4834F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79F6-35EA-444B-A491-04B7B35BA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238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D98E6-D02A-4828-A6EF-A242E3E4834F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79F6-35EA-444B-A491-04B7B35BA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849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1848" y="896091"/>
            <a:ext cx="5721201" cy="3136318"/>
          </a:xfrm>
        </p:spPr>
        <p:txBody>
          <a:bodyPr anchor="b"/>
          <a:lstStyle>
            <a:lvl1pPr>
              <a:defRPr sz="62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41268" y="1935310"/>
            <a:ext cx="8980230" cy="9552080"/>
          </a:xfrm>
        </p:spPr>
        <p:txBody>
          <a:bodyPr/>
          <a:lstStyle>
            <a:lvl1pPr>
              <a:defRPr sz="6208"/>
            </a:lvl1pPr>
            <a:lvl2pPr>
              <a:defRPr sz="5432"/>
            </a:lvl2pPr>
            <a:lvl3pPr>
              <a:defRPr sz="4656"/>
            </a:lvl3pPr>
            <a:lvl4pPr>
              <a:defRPr sz="3880"/>
            </a:lvl4pPr>
            <a:lvl5pPr>
              <a:defRPr sz="3880"/>
            </a:lvl5pPr>
            <a:lvl6pPr>
              <a:defRPr sz="3880"/>
            </a:lvl6pPr>
            <a:lvl7pPr>
              <a:defRPr sz="3880"/>
            </a:lvl7pPr>
            <a:lvl8pPr>
              <a:defRPr sz="3880"/>
            </a:lvl8pPr>
            <a:lvl9pPr>
              <a:defRPr sz="38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1848" y="4032409"/>
            <a:ext cx="5721201" cy="7470536"/>
          </a:xfrm>
        </p:spPr>
        <p:txBody>
          <a:bodyPr/>
          <a:lstStyle>
            <a:lvl1pPr marL="0" indent="0">
              <a:buNone/>
              <a:defRPr sz="3104"/>
            </a:lvl1pPr>
            <a:lvl2pPr marL="886922" indent="0">
              <a:buNone/>
              <a:defRPr sz="2716"/>
            </a:lvl2pPr>
            <a:lvl3pPr marL="1773845" indent="0">
              <a:buNone/>
              <a:defRPr sz="2328"/>
            </a:lvl3pPr>
            <a:lvl4pPr marL="2660767" indent="0">
              <a:buNone/>
              <a:defRPr sz="1940"/>
            </a:lvl4pPr>
            <a:lvl5pPr marL="3547689" indent="0">
              <a:buNone/>
              <a:defRPr sz="1940"/>
            </a:lvl5pPr>
            <a:lvl6pPr marL="4434611" indent="0">
              <a:buNone/>
              <a:defRPr sz="1940"/>
            </a:lvl6pPr>
            <a:lvl7pPr marL="5321534" indent="0">
              <a:buNone/>
              <a:defRPr sz="1940"/>
            </a:lvl7pPr>
            <a:lvl8pPr marL="6208456" indent="0">
              <a:buNone/>
              <a:defRPr sz="1940"/>
            </a:lvl8pPr>
            <a:lvl9pPr marL="7095378" indent="0">
              <a:buNone/>
              <a:defRPr sz="19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D98E6-D02A-4828-A6EF-A242E3E4834F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79F6-35EA-444B-A491-04B7B35BA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616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1848" y="896091"/>
            <a:ext cx="5721201" cy="3136318"/>
          </a:xfrm>
        </p:spPr>
        <p:txBody>
          <a:bodyPr anchor="b"/>
          <a:lstStyle>
            <a:lvl1pPr>
              <a:defRPr sz="62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1268" y="1935310"/>
            <a:ext cx="8980230" cy="9552080"/>
          </a:xfrm>
        </p:spPr>
        <p:txBody>
          <a:bodyPr anchor="t"/>
          <a:lstStyle>
            <a:lvl1pPr marL="0" indent="0">
              <a:buNone/>
              <a:defRPr sz="6208"/>
            </a:lvl1pPr>
            <a:lvl2pPr marL="886922" indent="0">
              <a:buNone/>
              <a:defRPr sz="5432"/>
            </a:lvl2pPr>
            <a:lvl3pPr marL="1773845" indent="0">
              <a:buNone/>
              <a:defRPr sz="4656"/>
            </a:lvl3pPr>
            <a:lvl4pPr marL="2660767" indent="0">
              <a:buNone/>
              <a:defRPr sz="3880"/>
            </a:lvl4pPr>
            <a:lvl5pPr marL="3547689" indent="0">
              <a:buNone/>
              <a:defRPr sz="3880"/>
            </a:lvl5pPr>
            <a:lvl6pPr marL="4434611" indent="0">
              <a:buNone/>
              <a:defRPr sz="3880"/>
            </a:lvl6pPr>
            <a:lvl7pPr marL="5321534" indent="0">
              <a:buNone/>
              <a:defRPr sz="3880"/>
            </a:lvl7pPr>
            <a:lvl8pPr marL="6208456" indent="0">
              <a:buNone/>
              <a:defRPr sz="3880"/>
            </a:lvl8pPr>
            <a:lvl9pPr marL="7095378" indent="0">
              <a:buNone/>
              <a:defRPr sz="38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1848" y="4032409"/>
            <a:ext cx="5721201" cy="7470536"/>
          </a:xfrm>
        </p:spPr>
        <p:txBody>
          <a:bodyPr/>
          <a:lstStyle>
            <a:lvl1pPr marL="0" indent="0">
              <a:buNone/>
              <a:defRPr sz="3104"/>
            </a:lvl1pPr>
            <a:lvl2pPr marL="886922" indent="0">
              <a:buNone/>
              <a:defRPr sz="2716"/>
            </a:lvl2pPr>
            <a:lvl3pPr marL="1773845" indent="0">
              <a:buNone/>
              <a:defRPr sz="2328"/>
            </a:lvl3pPr>
            <a:lvl4pPr marL="2660767" indent="0">
              <a:buNone/>
              <a:defRPr sz="1940"/>
            </a:lvl4pPr>
            <a:lvl5pPr marL="3547689" indent="0">
              <a:buNone/>
              <a:defRPr sz="1940"/>
            </a:lvl5pPr>
            <a:lvl6pPr marL="4434611" indent="0">
              <a:buNone/>
              <a:defRPr sz="1940"/>
            </a:lvl6pPr>
            <a:lvl7pPr marL="5321534" indent="0">
              <a:buNone/>
              <a:defRPr sz="1940"/>
            </a:lvl7pPr>
            <a:lvl8pPr marL="6208456" indent="0">
              <a:buNone/>
              <a:defRPr sz="1940"/>
            </a:lvl8pPr>
            <a:lvl9pPr marL="7095378" indent="0">
              <a:buNone/>
              <a:defRPr sz="19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D98E6-D02A-4828-A6EF-A242E3E4834F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79F6-35EA-444B-A491-04B7B35BA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80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D98E6-D02A-4828-A6EF-A242E3E4834F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79F6-35EA-444B-A491-04B7B35BA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005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694276" y="715628"/>
            <a:ext cx="3824913" cy="113909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538" y="715628"/>
            <a:ext cx="11253004" cy="113909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D98E6-D02A-4828-A6EF-A242E3E4834F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F79F6-35EA-444B-A491-04B7B35BA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164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9538" y="715631"/>
            <a:ext cx="15299650" cy="25980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538" y="3578141"/>
            <a:ext cx="15299650" cy="85284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9537" y="12458155"/>
            <a:ext cx="3991213" cy="7156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CD98E6-D02A-4828-A6EF-A242E3E4834F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75953" y="12458155"/>
            <a:ext cx="5986820" cy="7156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527975" y="12458155"/>
            <a:ext cx="3991213" cy="7156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4F79F6-35EA-444B-A491-04B7B35BA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046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773845" rtl="0" eaLnBrk="1" latinLnBrk="0" hangingPunct="1">
        <a:lnSpc>
          <a:spcPct val="90000"/>
        </a:lnSpc>
        <a:spcBef>
          <a:spcPct val="0"/>
        </a:spcBef>
        <a:buNone/>
        <a:defRPr sz="853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3461" indent="-443461" algn="l" defTabSz="1773845" rtl="0" eaLnBrk="1" latinLnBrk="0" hangingPunct="1">
        <a:lnSpc>
          <a:spcPct val="90000"/>
        </a:lnSpc>
        <a:spcBef>
          <a:spcPts val="1940"/>
        </a:spcBef>
        <a:buFont typeface="Arial" panose="020B0604020202020204" pitchFamily="34" charset="0"/>
        <a:buChar char="•"/>
        <a:defRPr sz="5432" kern="1200">
          <a:solidFill>
            <a:schemeClr val="tx1"/>
          </a:solidFill>
          <a:latin typeface="+mn-lt"/>
          <a:ea typeface="+mn-ea"/>
          <a:cs typeface="+mn-cs"/>
        </a:defRPr>
      </a:lvl1pPr>
      <a:lvl2pPr marL="1330383" indent="-443461" algn="l" defTabSz="1773845" rtl="0" eaLnBrk="1" latinLnBrk="0" hangingPunct="1">
        <a:lnSpc>
          <a:spcPct val="90000"/>
        </a:lnSpc>
        <a:spcBef>
          <a:spcPts val="970"/>
        </a:spcBef>
        <a:buFont typeface="Arial" panose="020B0604020202020204" pitchFamily="34" charset="0"/>
        <a:buChar char="•"/>
        <a:defRPr sz="4656" kern="1200">
          <a:solidFill>
            <a:schemeClr val="tx1"/>
          </a:solidFill>
          <a:latin typeface="+mn-lt"/>
          <a:ea typeface="+mn-ea"/>
          <a:cs typeface="+mn-cs"/>
        </a:defRPr>
      </a:lvl2pPr>
      <a:lvl3pPr marL="2217306" indent="-443461" algn="l" defTabSz="1773845" rtl="0" eaLnBrk="1" latinLnBrk="0" hangingPunct="1">
        <a:lnSpc>
          <a:spcPct val="90000"/>
        </a:lnSpc>
        <a:spcBef>
          <a:spcPts val="970"/>
        </a:spcBef>
        <a:buFont typeface="Arial" panose="020B0604020202020204" pitchFamily="34" charset="0"/>
        <a:buChar char="•"/>
        <a:defRPr sz="3880" kern="1200">
          <a:solidFill>
            <a:schemeClr val="tx1"/>
          </a:solidFill>
          <a:latin typeface="+mn-lt"/>
          <a:ea typeface="+mn-ea"/>
          <a:cs typeface="+mn-cs"/>
        </a:defRPr>
      </a:lvl3pPr>
      <a:lvl4pPr marL="3104228" indent="-443461" algn="l" defTabSz="1773845" rtl="0" eaLnBrk="1" latinLnBrk="0" hangingPunct="1">
        <a:lnSpc>
          <a:spcPct val="90000"/>
        </a:lnSpc>
        <a:spcBef>
          <a:spcPts val="970"/>
        </a:spcBef>
        <a:buFont typeface="Arial" panose="020B0604020202020204" pitchFamily="34" charset="0"/>
        <a:buChar char="•"/>
        <a:defRPr sz="3492" kern="1200">
          <a:solidFill>
            <a:schemeClr val="tx1"/>
          </a:solidFill>
          <a:latin typeface="+mn-lt"/>
          <a:ea typeface="+mn-ea"/>
          <a:cs typeface="+mn-cs"/>
        </a:defRPr>
      </a:lvl4pPr>
      <a:lvl5pPr marL="3991150" indent="-443461" algn="l" defTabSz="1773845" rtl="0" eaLnBrk="1" latinLnBrk="0" hangingPunct="1">
        <a:lnSpc>
          <a:spcPct val="90000"/>
        </a:lnSpc>
        <a:spcBef>
          <a:spcPts val="970"/>
        </a:spcBef>
        <a:buFont typeface="Arial" panose="020B0604020202020204" pitchFamily="34" charset="0"/>
        <a:buChar char="•"/>
        <a:defRPr sz="3492" kern="1200">
          <a:solidFill>
            <a:schemeClr val="tx1"/>
          </a:solidFill>
          <a:latin typeface="+mn-lt"/>
          <a:ea typeface="+mn-ea"/>
          <a:cs typeface="+mn-cs"/>
        </a:defRPr>
      </a:lvl5pPr>
      <a:lvl6pPr marL="4878073" indent="-443461" algn="l" defTabSz="1773845" rtl="0" eaLnBrk="1" latinLnBrk="0" hangingPunct="1">
        <a:lnSpc>
          <a:spcPct val="90000"/>
        </a:lnSpc>
        <a:spcBef>
          <a:spcPts val="970"/>
        </a:spcBef>
        <a:buFont typeface="Arial" panose="020B0604020202020204" pitchFamily="34" charset="0"/>
        <a:buChar char="•"/>
        <a:defRPr sz="3492" kern="1200">
          <a:solidFill>
            <a:schemeClr val="tx1"/>
          </a:solidFill>
          <a:latin typeface="+mn-lt"/>
          <a:ea typeface="+mn-ea"/>
          <a:cs typeface="+mn-cs"/>
        </a:defRPr>
      </a:lvl6pPr>
      <a:lvl7pPr marL="5764995" indent="-443461" algn="l" defTabSz="1773845" rtl="0" eaLnBrk="1" latinLnBrk="0" hangingPunct="1">
        <a:lnSpc>
          <a:spcPct val="90000"/>
        </a:lnSpc>
        <a:spcBef>
          <a:spcPts val="970"/>
        </a:spcBef>
        <a:buFont typeface="Arial" panose="020B0604020202020204" pitchFamily="34" charset="0"/>
        <a:buChar char="•"/>
        <a:defRPr sz="3492" kern="1200">
          <a:solidFill>
            <a:schemeClr val="tx1"/>
          </a:solidFill>
          <a:latin typeface="+mn-lt"/>
          <a:ea typeface="+mn-ea"/>
          <a:cs typeface="+mn-cs"/>
        </a:defRPr>
      </a:lvl7pPr>
      <a:lvl8pPr marL="6651917" indent="-443461" algn="l" defTabSz="1773845" rtl="0" eaLnBrk="1" latinLnBrk="0" hangingPunct="1">
        <a:lnSpc>
          <a:spcPct val="90000"/>
        </a:lnSpc>
        <a:spcBef>
          <a:spcPts val="970"/>
        </a:spcBef>
        <a:buFont typeface="Arial" panose="020B0604020202020204" pitchFamily="34" charset="0"/>
        <a:buChar char="•"/>
        <a:defRPr sz="3492" kern="1200">
          <a:solidFill>
            <a:schemeClr val="tx1"/>
          </a:solidFill>
          <a:latin typeface="+mn-lt"/>
          <a:ea typeface="+mn-ea"/>
          <a:cs typeface="+mn-cs"/>
        </a:defRPr>
      </a:lvl8pPr>
      <a:lvl9pPr marL="7538839" indent="-443461" algn="l" defTabSz="1773845" rtl="0" eaLnBrk="1" latinLnBrk="0" hangingPunct="1">
        <a:lnSpc>
          <a:spcPct val="90000"/>
        </a:lnSpc>
        <a:spcBef>
          <a:spcPts val="970"/>
        </a:spcBef>
        <a:buFont typeface="Arial" panose="020B0604020202020204" pitchFamily="34" charset="0"/>
        <a:buChar char="•"/>
        <a:defRPr sz="34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73845" rtl="0" eaLnBrk="1" latinLnBrk="0" hangingPunct="1">
        <a:defRPr sz="3492" kern="1200">
          <a:solidFill>
            <a:schemeClr val="tx1"/>
          </a:solidFill>
          <a:latin typeface="+mn-lt"/>
          <a:ea typeface="+mn-ea"/>
          <a:cs typeface="+mn-cs"/>
        </a:defRPr>
      </a:lvl1pPr>
      <a:lvl2pPr marL="886922" algn="l" defTabSz="1773845" rtl="0" eaLnBrk="1" latinLnBrk="0" hangingPunct="1">
        <a:defRPr sz="3492" kern="1200">
          <a:solidFill>
            <a:schemeClr val="tx1"/>
          </a:solidFill>
          <a:latin typeface="+mn-lt"/>
          <a:ea typeface="+mn-ea"/>
          <a:cs typeface="+mn-cs"/>
        </a:defRPr>
      </a:lvl2pPr>
      <a:lvl3pPr marL="1773845" algn="l" defTabSz="1773845" rtl="0" eaLnBrk="1" latinLnBrk="0" hangingPunct="1">
        <a:defRPr sz="3492" kern="1200">
          <a:solidFill>
            <a:schemeClr val="tx1"/>
          </a:solidFill>
          <a:latin typeface="+mn-lt"/>
          <a:ea typeface="+mn-ea"/>
          <a:cs typeface="+mn-cs"/>
        </a:defRPr>
      </a:lvl3pPr>
      <a:lvl4pPr marL="2660767" algn="l" defTabSz="1773845" rtl="0" eaLnBrk="1" latinLnBrk="0" hangingPunct="1">
        <a:defRPr sz="3492" kern="1200">
          <a:solidFill>
            <a:schemeClr val="tx1"/>
          </a:solidFill>
          <a:latin typeface="+mn-lt"/>
          <a:ea typeface="+mn-ea"/>
          <a:cs typeface="+mn-cs"/>
        </a:defRPr>
      </a:lvl4pPr>
      <a:lvl5pPr marL="3547689" algn="l" defTabSz="1773845" rtl="0" eaLnBrk="1" latinLnBrk="0" hangingPunct="1">
        <a:defRPr sz="3492" kern="1200">
          <a:solidFill>
            <a:schemeClr val="tx1"/>
          </a:solidFill>
          <a:latin typeface="+mn-lt"/>
          <a:ea typeface="+mn-ea"/>
          <a:cs typeface="+mn-cs"/>
        </a:defRPr>
      </a:lvl5pPr>
      <a:lvl6pPr marL="4434611" algn="l" defTabSz="1773845" rtl="0" eaLnBrk="1" latinLnBrk="0" hangingPunct="1">
        <a:defRPr sz="3492" kern="1200">
          <a:solidFill>
            <a:schemeClr val="tx1"/>
          </a:solidFill>
          <a:latin typeface="+mn-lt"/>
          <a:ea typeface="+mn-ea"/>
          <a:cs typeface="+mn-cs"/>
        </a:defRPr>
      </a:lvl6pPr>
      <a:lvl7pPr marL="5321534" algn="l" defTabSz="1773845" rtl="0" eaLnBrk="1" latinLnBrk="0" hangingPunct="1">
        <a:defRPr sz="3492" kern="1200">
          <a:solidFill>
            <a:schemeClr val="tx1"/>
          </a:solidFill>
          <a:latin typeface="+mn-lt"/>
          <a:ea typeface="+mn-ea"/>
          <a:cs typeface="+mn-cs"/>
        </a:defRPr>
      </a:lvl7pPr>
      <a:lvl8pPr marL="6208456" algn="l" defTabSz="1773845" rtl="0" eaLnBrk="1" latinLnBrk="0" hangingPunct="1">
        <a:defRPr sz="3492" kern="1200">
          <a:solidFill>
            <a:schemeClr val="tx1"/>
          </a:solidFill>
          <a:latin typeface="+mn-lt"/>
          <a:ea typeface="+mn-ea"/>
          <a:cs typeface="+mn-cs"/>
        </a:defRPr>
      </a:lvl8pPr>
      <a:lvl9pPr marL="7095378" algn="l" defTabSz="1773845" rtl="0" eaLnBrk="1" latinLnBrk="0" hangingPunct="1">
        <a:defRPr sz="34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F6F1BF4F-220B-FD68-F67E-D20FA6A8A6FD}"/>
              </a:ext>
            </a:extLst>
          </p:cNvPr>
          <p:cNvSpPr/>
          <p:nvPr/>
        </p:nvSpPr>
        <p:spPr>
          <a:xfrm>
            <a:off x="11020198" y="3855293"/>
            <a:ext cx="485517" cy="4016216"/>
          </a:xfrm>
          <a:prstGeom prst="roundRect">
            <a:avLst>
              <a:gd name="adj" fmla="val 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078C7D7-F243-7A78-F9C3-CE6561E8C145}"/>
              </a:ext>
            </a:extLst>
          </p:cNvPr>
          <p:cNvSpPr/>
          <p:nvPr/>
        </p:nvSpPr>
        <p:spPr>
          <a:xfrm>
            <a:off x="8033995" y="1416893"/>
            <a:ext cx="485517" cy="4111228"/>
          </a:xfrm>
          <a:prstGeom prst="roundRect">
            <a:avLst>
              <a:gd name="adj" fmla="val 0"/>
            </a:avLst>
          </a:prstGeom>
          <a:solidFill>
            <a:srgbClr val="D9E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31ED172-1ADB-43EE-DFAA-DC793EE2057C}"/>
              </a:ext>
            </a:extLst>
          </p:cNvPr>
          <p:cNvSpPr/>
          <p:nvPr/>
        </p:nvSpPr>
        <p:spPr>
          <a:xfrm>
            <a:off x="5259647" y="1416893"/>
            <a:ext cx="485517" cy="1767840"/>
          </a:xfrm>
          <a:prstGeom prst="roundRect">
            <a:avLst>
              <a:gd name="adj" fmla="val 0"/>
            </a:avLst>
          </a:prstGeom>
          <a:solidFill>
            <a:srgbClr val="FFB7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4A7206B-6366-9D26-14AC-FBE6B2945619}"/>
              </a:ext>
            </a:extLst>
          </p:cNvPr>
          <p:cNvSpPr/>
          <p:nvPr/>
        </p:nvSpPr>
        <p:spPr>
          <a:xfrm>
            <a:off x="9869991" y="68527"/>
            <a:ext cx="2728452" cy="698091"/>
          </a:xfrm>
          <a:prstGeom prst="roundRect">
            <a:avLst/>
          </a:prstGeom>
          <a:solidFill>
            <a:srgbClr val="89FFBE"/>
          </a:solidFill>
          <a:ln w="19050">
            <a:solidFill>
              <a:srgbClr val="00B05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50000"/>
                  </a:schemeClr>
                </a:solidFill>
              </a:rPr>
              <a:t>diff_drive_controller 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954DC47-45E5-4D05-734A-B42DA3D57577}"/>
              </a:ext>
            </a:extLst>
          </p:cNvPr>
          <p:cNvSpPr/>
          <p:nvPr/>
        </p:nvSpPr>
        <p:spPr>
          <a:xfrm>
            <a:off x="7092378" y="68526"/>
            <a:ext cx="2377440" cy="698091"/>
          </a:xfrm>
          <a:prstGeom prst="roundRect">
            <a:avLst/>
          </a:prstGeom>
          <a:solidFill>
            <a:srgbClr val="B7CF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solidFill>
                  <a:srgbClr val="002060"/>
                </a:solidFill>
              </a:rPr>
              <a:t>DiffDriveArduino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192FFA5-A502-FBA4-A914-F21FD78471CD}"/>
              </a:ext>
            </a:extLst>
          </p:cNvPr>
          <p:cNvSpPr/>
          <p:nvPr/>
        </p:nvSpPr>
        <p:spPr>
          <a:xfrm>
            <a:off x="4314765" y="68527"/>
            <a:ext cx="2377440" cy="698091"/>
          </a:xfrm>
          <a:prstGeom prst="roundRect">
            <a:avLst/>
          </a:prstGeom>
          <a:solidFill>
            <a:srgbClr val="FFB7B7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Arduino Nano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FEE1759-E206-D9D4-B936-F5D8925600F0}"/>
              </a:ext>
            </a:extLst>
          </p:cNvPr>
          <p:cNvSpPr/>
          <p:nvPr/>
        </p:nvSpPr>
        <p:spPr>
          <a:xfrm>
            <a:off x="12998616" y="68525"/>
            <a:ext cx="2377440" cy="698091"/>
          </a:xfrm>
          <a:prstGeom prst="roundRect">
            <a:avLst/>
          </a:prstGeom>
          <a:solidFill>
            <a:srgbClr val="F2CFEE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rgbClr val="7030A0"/>
                </a:solidFill>
              </a:rPr>
              <a:t>Tópicos ROS 2</a:t>
            </a:r>
            <a:endParaRPr lang="en-US" b="1" dirty="0">
              <a:solidFill>
                <a:srgbClr val="7030A0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10145C-E31F-D11D-E631-1E987CDCF994}"/>
              </a:ext>
            </a:extLst>
          </p:cNvPr>
          <p:cNvGrpSpPr/>
          <p:nvPr/>
        </p:nvGrpSpPr>
        <p:grpSpPr>
          <a:xfrm>
            <a:off x="352122" y="1416893"/>
            <a:ext cx="3726425" cy="548640"/>
            <a:chOff x="55258" y="1760221"/>
            <a:chExt cx="3726425" cy="54864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CCD207E-1369-9DA4-DAF7-90D44944CD80}"/>
                </a:ext>
              </a:extLst>
            </p:cNvPr>
            <p:cNvSpPr/>
            <p:nvPr/>
          </p:nvSpPr>
          <p:spPr>
            <a:xfrm>
              <a:off x="55258" y="1760221"/>
              <a:ext cx="548640" cy="5486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/>
                <a:t>1</a:t>
              </a:r>
              <a:endParaRPr lang="en-US" sz="160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4DC1283-8C8B-6DAC-29BC-F15BD401129B}"/>
                </a:ext>
              </a:extLst>
            </p:cNvPr>
            <p:cNvSpPr txBox="1"/>
            <p:nvPr/>
          </p:nvSpPr>
          <p:spPr>
            <a:xfrm>
              <a:off x="800102" y="1865264"/>
              <a:ext cx="2981581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ES" sz="1600" dirty="0"/>
                <a:t>Arduino: PID + lee </a:t>
              </a:r>
              <a:r>
                <a:rPr lang="es-ES" sz="1600" dirty="0" err="1"/>
                <a:t>encorders</a:t>
              </a:r>
              <a:endParaRPr lang="en-US" sz="16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5384F9C-0763-9EBE-2F18-7FE8F525EF6C}"/>
              </a:ext>
            </a:extLst>
          </p:cNvPr>
          <p:cNvGrpSpPr/>
          <p:nvPr/>
        </p:nvGrpSpPr>
        <p:grpSpPr>
          <a:xfrm>
            <a:off x="352122" y="2636093"/>
            <a:ext cx="3726425" cy="548640"/>
            <a:chOff x="55258" y="1760221"/>
            <a:chExt cx="3726425" cy="54864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43A4DE1-3D81-3C0E-3C0B-009517EFB386}"/>
                </a:ext>
              </a:extLst>
            </p:cNvPr>
            <p:cNvSpPr/>
            <p:nvPr/>
          </p:nvSpPr>
          <p:spPr>
            <a:xfrm>
              <a:off x="55258" y="1760221"/>
              <a:ext cx="548640" cy="5486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/>
                <a:t>2</a:t>
              </a:r>
              <a:endParaRPr lang="en-US" sz="1600" b="1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494E2A-F0A2-1BD7-490A-4FB8B40AF3BC}"/>
                </a:ext>
              </a:extLst>
            </p:cNvPr>
            <p:cNvSpPr txBox="1"/>
            <p:nvPr/>
          </p:nvSpPr>
          <p:spPr>
            <a:xfrm>
              <a:off x="800102" y="1865264"/>
              <a:ext cx="2981581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ES" sz="1600" dirty="0"/>
                <a:t>Plugin: </a:t>
              </a:r>
              <a:r>
                <a:rPr lang="es-ES" sz="1600" dirty="0" err="1"/>
                <a:t>read</a:t>
              </a:r>
              <a:r>
                <a:rPr lang="es-ES" sz="1600" dirty="0"/>
                <a:t>()</a:t>
              </a:r>
              <a:endParaRPr lang="en-US" sz="16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8B4C447-AAB9-80A7-592B-6B47BFD9C42C}"/>
              </a:ext>
            </a:extLst>
          </p:cNvPr>
          <p:cNvGrpSpPr/>
          <p:nvPr/>
        </p:nvGrpSpPr>
        <p:grpSpPr>
          <a:xfrm>
            <a:off x="352122" y="3855293"/>
            <a:ext cx="3726425" cy="548640"/>
            <a:chOff x="55258" y="1760221"/>
            <a:chExt cx="3726425" cy="54864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24850EC-041C-0A87-EB7A-EBB158C6E8F8}"/>
                </a:ext>
              </a:extLst>
            </p:cNvPr>
            <p:cNvSpPr/>
            <p:nvPr/>
          </p:nvSpPr>
          <p:spPr>
            <a:xfrm>
              <a:off x="55258" y="1760221"/>
              <a:ext cx="548640" cy="5486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/>
                <a:t>3</a:t>
              </a:r>
              <a:endParaRPr lang="en-US" sz="1600" b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3E03453-2F72-FEDC-97E7-9FB129534251}"/>
                </a:ext>
              </a:extLst>
            </p:cNvPr>
            <p:cNvSpPr txBox="1"/>
            <p:nvPr/>
          </p:nvSpPr>
          <p:spPr>
            <a:xfrm>
              <a:off x="800102" y="1865264"/>
              <a:ext cx="2981581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ES" sz="1600" dirty="0"/>
                <a:t>Arduino responde</a:t>
              </a:r>
              <a:endParaRPr lang="en-US" sz="16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7E747E7-B4A7-2A15-22B0-CFFC29D71266}"/>
              </a:ext>
            </a:extLst>
          </p:cNvPr>
          <p:cNvGrpSpPr/>
          <p:nvPr/>
        </p:nvGrpSpPr>
        <p:grpSpPr>
          <a:xfrm>
            <a:off x="352122" y="4979481"/>
            <a:ext cx="3726425" cy="548640"/>
            <a:chOff x="55258" y="1760221"/>
            <a:chExt cx="3726425" cy="54864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FAA4F29-4429-88F1-B439-6362E371AFC5}"/>
                </a:ext>
              </a:extLst>
            </p:cNvPr>
            <p:cNvSpPr/>
            <p:nvPr/>
          </p:nvSpPr>
          <p:spPr>
            <a:xfrm>
              <a:off x="55258" y="1760221"/>
              <a:ext cx="548640" cy="5486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/>
                <a:t>4</a:t>
              </a:r>
              <a:endParaRPr lang="en-US" sz="1600" b="1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0D80365-4BA3-06F8-D6E4-4F1C1214CBB5}"/>
                </a:ext>
              </a:extLst>
            </p:cNvPr>
            <p:cNvSpPr txBox="1"/>
            <p:nvPr/>
          </p:nvSpPr>
          <p:spPr>
            <a:xfrm>
              <a:off x="800102" y="1865264"/>
              <a:ext cx="2981581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ES" sz="1600" dirty="0"/>
                <a:t>Plugin: calcula </a:t>
              </a:r>
              <a:r>
                <a:rPr lang="es-ES" sz="1600" dirty="0" err="1"/>
                <a:t>pos</a:t>
              </a:r>
              <a:r>
                <a:rPr lang="es-ES" sz="1600" dirty="0"/>
                <a:t>. y </a:t>
              </a:r>
              <a:r>
                <a:rPr lang="es-ES" sz="1600" dirty="0" err="1"/>
                <a:t>vel</a:t>
              </a:r>
              <a:r>
                <a:rPr lang="es-ES" sz="1600" dirty="0"/>
                <a:t>.</a:t>
              </a:r>
              <a:endParaRPr lang="en-US" sz="1600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55BB58-F492-D198-D8EC-DCC568928C90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5503485" y="766617"/>
            <a:ext cx="0" cy="11601644"/>
          </a:xfrm>
          <a:prstGeom prst="line">
            <a:avLst/>
          </a:prstGeom>
          <a:ln>
            <a:solidFill>
              <a:srgbClr val="FF9B9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Arc 27">
            <a:extLst>
              <a:ext uri="{FF2B5EF4-FFF2-40B4-BE49-F238E27FC236}">
                <a16:creationId xmlns:a16="http://schemas.microsoft.com/office/drawing/2014/main" id="{DDD32E41-4300-3C4E-33C0-D0C7CD856F54}"/>
              </a:ext>
            </a:extLst>
          </p:cNvPr>
          <p:cNvSpPr/>
          <p:nvPr/>
        </p:nvSpPr>
        <p:spPr>
          <a:xfrm>
            <a:off x="5811334" y="1627713"/>
            <a:ext cx="485517" cy="981710"/>
          </a:xfrm>
          <a:prstGeom prst="arc">
            <a:avLst>
              <a:gd name="adj1" fmla="val 16200000"/>
              <a:gd name="adj2" fmla="val 5322268"/>
            </a:avLst>
          </a:prstGeom>
          <a:ln>
            <a:solidFill>
              <a:srgbClr val="FF0000"/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C839115-BDC7-388E-F9D4-9E3B84904BFE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8275672" y="766617"/>
            <a:ext cx="5427" cy="11601643"/>
          </a:xfrm>
          <a:prstGeom prst="line">
            <a:avLst/>
          </a:prstGeom>
          <a:ln>
            <a:solidFill>
              <a:srgbClr val="B7CFF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70F187A-1C2B-07B8-5B21-2559FD53AB68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11234218" y="766618"/>
            <a:ext cx="57479" cy="11836863"/>
          </a:xfrm>
          <a:prstGeom prst="line">
            <a:avLst/>
          </a:prstGeom>
          <a:ln>
            <a:solidFill>
              <a:srgbClr val="89FFB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EE424D5-DB53-AD1E-9681-E244E7DDEC28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14187337" y="766616"/>
            <a:ext cx="57479" cy="11836863"/>
          </a:xfrm>
          <a:prstGeom prst="line">
            <a:avLst/>
          </a:prstGeom>
          <a:ln>
            <a:solidFill>
              <a:srgbClr val="F2CF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EFBC840-4339-6E5E-5DCF-383305EE6DEE}"/>
              </a:ext>
            </a:extLst>
          </p:cNvPr>
          <p:cNvSpPr txBox="1"/>
          <p:nvPr/>
        </p:nvSpPr>
        <p:spPr>
          <a:xfrm>
            <a:off x="6181027" y="1987763"/>
            <a:ext cx="166420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>
                <a:solidFill>
                  <a:srgbClr val="FF0000"/>
                </a:solidFill>
              </a:rPr>
              <a:t>PID </a:t>
            </a:r>
            <a:r>
              <a:rPr lang="es-ES" sz="1100" dirty="0" err="1">
                <a:solidFill>
                  <a:srgbClr val="FF0000"/>
                </a:solidFill>
              </a:rPr>
              <a:t>loop</a:t>
            </a:r>
            <a:r>
              <a:rPr lang="es-ES" sz="1100" dirty="0">
                <a:solidFill>
                  <a:srgbClr val="FF0000"/>
                </a:solidFill>
              </a:rPr>
              <a:t> (33.3 ms)</a:t>
            </a:r>
            <a:endParaRPr lang="en-US" sz="1100" dirty="0">
              <a:solidFill>
                <a:srgbClr val="FF0000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C94707C-BBDE-381E-0710-4EE2DB95800A}"/>
              </a:ext>
            </a:extLst>
          </p:cNvPr>
          <p:cNvCxnSpPr>
            <a:cxnSpLocks/>
          </p:cNvCxnSpPr>
          <p:nvPr/>
        </p:nvCxnSpPr>
        <p:spPr>
          <a:xfrm flipH="1">
            <a:off x="5502405" y="2968832"/>
            <a:ext cx="2778695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E87D86A-F599-9EEB-C721-7598D1EE58F1}"/>
              </a:ext>
            </a:extLst>
          </p:cNvPr>
          <p:cNvSpPr txBox="1"/>
          <p:nvPr/>
        </p:nvSpPr>
        <p:spPr>
          <a:xfrm>
            <a:off x="6066852" y="2746822"/>
            <a:ext cx="166420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 err="1">
                <a:solidFill>
                  <a:srgbClr val="002060"/>
                </a:solidFill>
              </a:rPr>
              <a:t>sendMsg</a:t>
            </a:r>
            <a:r>
              <a:rPr lang="es-ES" sz="1100" dirty="0">
                <a:solidFill>
                  <a:srgbClr val="002060"/>
                </a:solidFill>
              </a:rPr>
              <a:t> (‘e\r’)</a:t>
            </a:r>
            <a:endParaRPr lang="en-US" sz="1100" dirty="0">
              <a:solidFill>
                <a:srgbClr val="002060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EC0677A-8A28-6A25-EB88-B9529F0F67D0}"/>
              </a:ext>
            </a:extLst>
          </p:cNvPr>
          <p:cNvCxnSpPr/>
          <p:nvPr/>
        </p:nvCxnSpPr>
        <p:spPr>
          <a:xfrm>
            <a:off x="5502405" y="4129613"/>
            <a:ext cx="27931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D7672EE-02B8-5C7A-1FD9-967971568C60}"/>
              </a:ext>
            </a:extLst>
          </p:cNvPr>
          <p:cNvSpPr txBox="1"/>
          <p:nvPr/>
        </p:nvSpPr>
        <p:spPr>
          <a:xfrm>
            <a:off x="6066852" y="2979663"/>
            <a:ext cx="16642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9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Solicita contadores </a:t>
            </a:r>
            <a:r>
              <a:rPr lang="es-ES" sz="900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encoder</a:t>
            </a:r>
            <a:endParaRPr lang="en-US" sz="9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8FFEC00-5D85-CEBB-C54C-2A161A991282}"/>
              </a:ext>
            </a:extLst>
          </p:cNvPr>
          <p:cNvSpPr txBox="1"/>
          <p:nvPr/>
        </p:nvSpPr>
        <p:spPr>
          <a:xfrm>
            <a:off x="5934778" y="3846093"/>
            <a:ext cx="166420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>
                <a:solidFill>
                  <a:srgbClr val="FF0000"/>
                </a:solidFill>
              </a:rPr>
              <a:t>“1234 5678\n”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756A7FE-1725-2E9C-8B66-8694FD27466F}"/>
              </a:ext>
            </a:extLst>
          </p:cNvPr>
          <p:cNvSpPr txBox="1"/>
          <p:nvPr/>
        </p:nvSpPr>
        <p:spPr>
          <a:xfrm>
            <a:off x="6091642" y="4161362"/>
            <a:ext cx="16642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9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Contadores L y R</a:t>
            </a:r>
            <a:endParaRPr lang="en-US" sz="9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8818E32-C31E-3637-CD03-73F05EF4BE6A}"/>
              </a:ext>
            </a:extLst>
          </p:cNvPr>
          <p:cNvGrpSpPr/>
          <p:nvPr/>
        </p:nvGrpSpPr>
        <p:grpSpPr>
          <a:xfrm>
            <a:off x="352122" y="6103669"/>
            <a:ext cx="3726425" cy="548640"/>
            <a:chOff x="55258" y="1760221"/>
            <a:chExt cx="3726425" cy="548640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6238EED1-129E-C82E-3F02-EF449090B17C}"/>
                </a:ext>
              </a:extLst>
            </p:cNvPr>
            <p:cNvSpPr/>
            <p:nvPr/>
          </p:nvSpPr>
          <p:spPr>
            <a:xfrm>
              <a:off x="55258" y="1760221"/>
              <a:ext cx="548640" cy="5486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/>
                <a:t>5</a:t>
              </a:r>
              <a:endParaRPr lang="en-US" sz="1600" b="1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302BCCF-45C0-5CB0-4A51-687477175725}"/>
                </a:ext>
              </a:extLst>
            </p:cNvPr>
            <p:cNvSpPr txBox="1"/>
            <p:nvPr/>
          </p:nvSpPr>
          <p:spPr>
            <a:xfrm>
              <a:off x="800102" y="1865264"/>
              <a:ext cx="2981581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ES" sz="1600" dirty="0" err="1"/>
                <a:t>Controller</a:t>
              </a:r>
              <a:r>
                <a:rPr lang="es-ES" sz="1600" dirty="0"/>
                <a:t>: lee estados</a:t>
              </a:r>
              <a:endParaRPr lang="en-US" sz="1600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9DDA403-41AC-D8A7-A6F6-E60623028153}"/>
              </a:ext>
            </a:extLst>
          </p:cNvPr>
          <p:cNvGrpSpPr/>
          <p:nvPr/>
        </p:nvGrpSpPr>
        <p:grpSpPr>
          <a:xfrm>
            <a:off x="352122" y="7322869"/>
            <a:ext cx="3726425" cy="548640"/>
            <a:chOff x="55258" y="1760221"/>
            <a:chExt cx="3726425" cy="548640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ADC3A04D-EA08-BC27-96F8-AC8B5EC71BF2}"/>
                </a:ext>
              </a:extLst>
            </p:cNvPr>
            <p:cNvSpPr/>
            <p:nvPr/>
          </p:nvSpPr>
          <p:spPr>
            <a:xfrm>
              <a:off x="55258" y="1760221"/>
              <a:ext cx="548640" cy="5486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/>
                <a:t>6</a:t>
              </a:r>
              <a:endParaRPr lang="en-US" sz="1600" b="1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9ACF91D-901E-E6F9-6F36-BD8F028BA3C0}"/>
                </a:ext>
              </a:extLst>
            </p:cNvPr>
            <p:cNvSpPr txBox="1"/>
            <p:nvPr/>
          </p:nvSpPr>
          <p:spPr>
            <a:xfrm>
              <a:off x="800102" y="1865264"/>
              <a:ext cx="2981581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ES" sz="1600" dirty="0"/>
                <a:t>Publica  /</a:t>
              </a:r>
              <a:r>
                <a:rPr lang="es-ES" sz="1600" dirty="0" err="1"/>
                <a:t>odom</a:t>
              </a:r>
              <a:r>
                <a:rPr lang="es-ES" sz="1600" dirty="0"/>
                <a:t> y /</a:t>
              </a:r>
              <a:r>
                <a:rPr lang="es-ES" sz="1600" dirty="0" err="1"/>
                <a:t>tf</a:t>
              </a:r>
              <a:endParaRPr lang="en-US" sz="1600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033BF3B-38B7-140D-CB82-422FBAE23426}"/>
              </a:ext>
            </a:extLst>
          </p:cNvPr>
          <p:cNvGrpSpPr/>
          <p:nvPr/>
        </p:nvGrpSpPr>
        <p:grpSpPr>
          <a:xfrm>
            <a:off x="352122" y="8542069"/>
            <a:ext cx="3726425" cy="548640"/>
            <a:chOff x="55258" y="1760221"/>
            <a:chExt cx="3726425" cy="548640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1A6B036-DFF5-4661-D947-157724503123}"/>
                </a:ext>
              </a:extLst>
            </p:cNvPr>
            <p:cNvSpPr/>
            <p:nvPr/>
          </p:nvSpPr>
          <p:spPr>
            <a:xfrm>
              <a:off x="55258" y="1760221"/>
              <a:ext cx="548640" cy="5486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/>
                <a:t>7</a:t>
              </a:r>
              <a:endParaRPr lang="en-US" sz="16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F36CF48-1A52-86C4-7E70-810193AF197A}"/>
                </a:ext>
              </a:extLst>
            </p:cNvPr>
            <p:cNvSpPr txBox="1"/>
            <p:nvPr/>
          </p:nvSpPr>
          <p:spPr>
            <a:xfrm>
              <a:off x="800102" y="1865264"/>
              <a:ext cx="2981581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ES" sz="1600" dirty="0"/>
                <a:t>Recibe nuevo </a:t>
              </a:r>
              <a:r>
                <a:rPr lang="es-ES" sz="1600" dirty="0" err="1"/>
                <a:t>cmd_vel</a:t>
              </a:r>
              <a:endParaRPr lang="en-US" sz="1600" dirty="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D5524F7-DB71-7173-E7BA-513E6DBE81DD}"/>
              </a:ext>
            </a:extLst>
          </p:cNvPr>
          <p:cNvGrpSpPr/>
          <p:nvPr/>
        </p:nvGrpSpPr>
        <p:grpSpPr>
          <a:xfrm>
            <a:off x="352121" y="9666257"/>
            <a:ext cx="3924544" cy="548640"/>
            <a:chOff x="55258" y="1760221"/>
            <a:chExt cx="3924544" cy="54864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4A693C1-83C9-7E42-EB86-0C21F9FB026F}"/>
                </a:ext>
              </a:extLst>
            </p:cNvPr>
            <p:cNvSpPr/>
            <p:nvPr/>
          </p:nvSpPr>
          <p:spPr>
            <a:xfrm>
              <a:off x="55258" y="1760221"/>
              <a:ext cx="548640" cy="5486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/>
                <a:t>8</a:t>
              </a:r>
              <a:endParaRPr lang="en-US" sz="1600" b="1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C5955BB-45AC-F7EC-1A14-64C00B30BBA8}"/>
                </a:ext>
              </a:extLst>
            </p:cNvPr>
            <p:cNvSpPr txBox="1"/>
            <p:nvPr/>
          </p:nvSpPr>
          <p:spPr>
            <a:xfrm>
              <a:off x="800102" y="1865264"/>
              <a:ext cx="3179700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ES" sz="1600" dirty="0" err="1"/>
                <a:t>Controller</a:t>
              </a:r>
              <a:r>
                <a:rPr lang="es-ES" sz="1600" dirty="0"/>
                <a:t>: calcula </a:t>
              </a:r>
              <a:r>
                <a:rPr lang="es-ES" sz="1600" dirty="0" err="1"/>
                <a:t>vel</a:t>
              </a:r>
              <a:r>
                <a:rPr lang="es-ES" sz="1600" dirty="0"/>
                <a:t>. ruedas</a:t>
              </a:r>
              <a:endParaRPr lang="en-US" sz="1600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C561A8B-F102-595F-23A4-553B5974FD75}"/>
              </a:ext>
            </a:extLst>
          </p:cNvPr>
          <p:cNvGrpSpPr/>
          <p:nvPr/>
        </p:nvGrpSpPr>
        <p:grpSpPr>
          <a:xfrm>
            <a:off x="352122" y="10790445"/>
            <a:ext cx="3726425" cy="548640"/>
            <a:chOff x="55258" y="1760221"/>
            <a:chExt cx="3726425" cy="54864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39529473-81CD-57A5-AD42-89FF789D4837}"/>
                </a:ext>
              </a:extLst>
            </p:cNvPr>
            <p:cNvSpPr/>
            <p:nvPr/>
          </p:nvSpPr>
          <p:spPr>
            <a:xfrm>
              <a:off x="55258" y="1760221"/>
              <a:ext cx="548640" cy="5486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/>
                <a:t>9</a:t>
              </a:r>
              <a:endParaRPr lang="en-US" sz="1600" b="1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AD54C7E-EDF9-00BA-B0D7-1D9A971D4ED1}"/>
                </a:ext>
              </a:extLst>
            </p:cNvPr>
            <p:cNvSpPr txBox="1"/>
            <p:nvPr/>
          </p:nvSpPr>
          <p:spPr>
            <a:xfrm>
              <a:off x="800102" y="1865264"/>
              <a:ext cx="2981581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ES" sz="1600" dirty="0"/>
                <a:t>Plugin: </a:t>
              </a:r>
              <a:r>
                <a:rPr lang="es-ES" sz="1600" dirty="0" err="1"/>
                <a:t>write</a:t>
              </a:r>
              <a:r>
                <a:rPr lang="es-ES" sz="1600" dirty="0"/>
                <a:t>()</a:t>
              </a:r>
              <a:endParaRPr lang="en-US" sz="1600" dirty="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159570B-54DA-C7C4-D4FF-6B1413356EAC}"/>
              </a:ext>
            </a:extLst>
          </p:cNvPr>
          <p:cNvGrpSpPr/>
          <p:nvPr/>
        </p:nvGrpSpPr>
        <p:grpSpPr>
          <a:xfrm>
            <a:off x="352121" y="11914633"/>
            <a:ext cx="4120500" cy="548640"/>
            <a:chOff x="55258" y="1760221"/>
            <a:chExt cx="4120500" cy="548640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BDCAADCE-A835-4833-B0B6-B6A7D90D5B15}"/>
                </a:ext>
              </a:extLst>
            </p:cNvPr>
            <p:cNvSpPr/>
            <p:nvPr/>
          </p:nvSpPr>
          <p:spPr>
            <a:xfrm>
              <a:off x="55258" y="1760221"/>
              <a:ext cx="548640" cy="5486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b="1" dirty="0"/>
                <a:t>10</a:t>
              </a:r>
              <a:endParaRPr lang="en-US" sz="1400" b="1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3E556B1-54D2-13D5-6634-AEF4F690D73E}"/>
                </a:ext>
              </a:extLst>
            </p:cNvPr>
            <p:cNvSpPr txBox="1"/>
            <p:nvPr/>
          </p:nvSpPr>
          <p:spPr>
            <a:xfrm>
              <a:off x="800101" y="1865264"/>
              <a:ext cx="3375657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ES" sz="1600" dirty="0"/>
                <a:t>Arduino: aplica PWM a motores</a:t>
              </a:r>
              <a:endParaRPr lang="en-US" sz="1600" dirty="0"/>
            </a:p>
          </p:txBody>
        </p:sp>
      </p:grp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6FD9648E-42EA-2D0C-EBD1-B083138FDD69}"/>
              </a:ext>
            </a:extLst>
          </p:cNvPr>
          <p:cNvSpPr/>
          <p:nvPr/>
        </p:nvSpPr>
        <p:spPr>
          <a:xfrm>
            <a:off x="5259648" y="7227857"/>
            <a:ext cx="485517" cy="1767840"/>
          </a:xfrm>
          <a:prstGeom prst="roundRect">
            <a:avLst>
              <a:gd name="adj" fmla="val 0"/>
            </a:avLst>
          </a:prstGeom>
          <a:solidFill>
            <a:srgbClr val="FFB7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CA1D97A-02D6-DAD6-C056-EB1D13F4B452}"/>
              </a:ext>
            </a:extLst>
          </p:cNvPr>
          <p:cNvCxnSpPr>
            <a:cxnSpLocks/>
          </p:cNvCxnSpPr>
          <p:nvPr/>
        </p:nvCxnSpPr>
        <p:spPr>
          <a:xfrm flipH="1">
            <a:off x="5502405" y="10931792"/>
            <a:ext cx="2778695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11B8F6B9-CB69-69EC-560B-B7C8F4C1B96E}"/>
              </a:ext>
            </a:extLst>
          </p:cNvPr>
          <p:cNvSpPr txBox="1"/>
          <p:nvPr/>
        </p:nvSpPr>
        <p:spPr>
          <a:xfrm>
            <a:off x="6066852" y="10709782"/>
            <a:ext cx="166420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 err="1">
                <a:solidFill>
                  <a:srgbClr val="002060"/>
                </a:solidFill>
              </a:rPr>
              <a:t>sendMsg</a:t>
            </a:r>
            <a:r>
              <a:rPr lang="es-ES" sz="1100" dirty="0">
                <a:solidFill>
                  <a:srgbClr val="002060"/>
                </a:solidFill>
              </a:rPr>
              <a:t> (‘m L R\r’)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7BF6EFA-0912-C8D7-4F48-7D6FAC97D9D9}"/>
              </a:ext>
            </a:extLst>
          </p:cNvPr>
          <p:cNvSpPr txBox="1"/>
          <p:nvPr/>
        </p:nvSpPr>
        <p:spPr>
          <a:xfrm>
            <a:off x="6066852" y="10942623"/>
            <a:ext cx="16642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900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ticks</a:t>
            </a:r>
            <a:r>
              <a:rPr lang="es-ES" sz="9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</a:t>
            </a:r>
            <a:r>
              <a:rPr lang="es-ES" sz="900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frame</a:t>
            </a:r>
            <a:r>
              <a:rPr lang="es-ES" sz="9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por ruedas</a:t>
            </a:r>
            <a:endParaRPr lang="en-US" sz="9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073C50AF-570F-F756-67CA-FA28051CB4D0}"/>
              </a:ext>
            </a:extLst>
          </p:cNvPr>
          <p:cNvSpPr/>
          <p:nvPr/>
        </p:nvSpPr>
        <p:spPr>
          <a:xfrm>
            <a:off x="5380032" y="11112230"/>
            <a:ext cx="485517" cy="981710"/>
          </a:xfrm>
          <a:prstGeom prst="arc">
            <a:avLst>
              <a:gd name="adj1" fmla="val 16200000"/>
              <a:gd name="adj2" fmla="val 5322268"/>
            </a:avLst>
          </a:prstGeom>
          <a:ln>
            <a:solidFill>
              <a:srgbClr val="FF0000"/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670EA72-87A8-F5B4-A5C1-365899D02FF1}"/>
              </a:ext>
            </a:extLst>
          </p:cNvPr>
          <p:cNvSpPr txBox="1"/>
          <p:nvPr/>
        </p:nvSpPr>
        <p:spPr>
          <a:xfrm>
            <a:off x="5784786" y="11434583"/>
            <a:ext cx="166420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 err="1">
                <a:solidFill>
                  <a:srgbClr val="FF0000"/>
                </a:solidFill>
              </a:rPr>
              <a:t>SetMotorSpeed</a:t>
            </a:r>
            <a:r>
              <a:rPr lang="es-ES" sz="1100" dirty="0">
                <a:solidFill>
                  <a:srgbClr val="FF0000"/>
                </a:solidFill>
              </a:rPr>
              <a:t>()</a:t>
            </a:r>
          </a:p>
          <a:p>
            <a:pPr algn="ctr"/>
            <a:r>
              <a:rPr lang="es-ES" sz="1100" dirty="0" err="1">
                <a:solidFill>
                  <a:srgbClr val="FF0000"/>
                </a:solidFill>
              </a:rPr>
              <a:t>analogWrite</a:t>
            </a:r>
            <a:r>
              <a:rPr lang="es-ES" sz="1100" dirty="0">
                <a:solidFill>
                  <a:srgbClr val="FF0000"/>
                </a:solidFill>
              </a:rPr>
              <a:t>()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76" name="Arc 75">
            <a:extLst>
              <a:ext uri="{FF2B5EF4-FFF2-40B4-BE49-F238E27FC236}">
                <a16:creationId xmlns:a16="http://schemas.microsoft.com/office/drawing/2014/main" id="{F459079E-CDD3-7A6F-8BF8-862CDC2F1C3D}"/>
              </a:ext>
            </a:extLst>
          </p:cNvPr>
          <p:cNvSpPr/>
          <p:nvPr/>
        </p:nvSpPr>
        <p:spPr>
          <a:xfrm>
            <a:off x="8275672" y="5187880"/>
            <a:ext cx="485517" cy="981710"/>
          </a:xfrm>
          <a:prstGeom prst="arc">
            <a:avLst>
              <a:gd name="adj1" fmla="val 16200000"/>
              <a:gd name="adj2" fmla="val 5322268"/>
            </a:avLst>
          </a:prstGeom>
          <a:ln>
            <a:solidFill>
              <a:srgbClr val="002060"/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251480D-0A9F-9D82-B136-77A5080DC6CD}"/>
              </a:ext>
            </a:extLst>
          </p:cNvPr>
          <p:cNvSpPr txBox="1"/>
          <p:nvPr/>
        </p:nvSpPr>
        <p:spPr>
          <a:xfrm>
            <a:off x="8544799" y="5438468"/>
            <a:ext cx="166420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 err="1">
                <a:solidFill>
                  <a:srgbClr val="002060"/>
                </a:solidFill>
              </a:rPr>
              <a:t>calcEncAngle</a:t>
            </a:r>
            <a:r>
              <a:rPr lang="es-ES" sz="1100" dirty="0">
                <a:solidFill>
                  <a:srgbClr val="002060"/>
                </a:solidFill>
              </a:rPr>
              <a:t>()</a:t>
            </a:r>
          </a:p>
          <a:p>
            <a:pPr algn="ctr"/>
            <a:r>
              <a:rPr lang="el-GR" sz="1100" dirty="0">
                <a:solidFill>
                  <a:srgbClr val="002060"/>
                </a:solidFill>
              </a:rPr>
              <a:t>Δ</a:t>
            </a:r>
            <a:r>
              <a:rPr lang="en-US" sz="1100" dirty="0">
                <a:solidFill>
                  <a:srgbClr val="002060"/>
                </a:solidFill>
              </a:rPr>
              <a:t>pos / </a:t>
            </a:r>
            <a:r>
              <a:rPr lang="el-GR" sz="1100" dirty="0">
                <a:solidFill>
                  <a:srgbClr val="002060"/>
                </a:solidFill>
              </a:rPr>
              <a:t>Δ</a:t>
            </a:r>
            <a:r>
              <a:rPr lang="en-US" sz="1100" dirty="0">
                <a:solidFill>
                  <a:srgbClr val="002060"/>
                </a:solidFill>
              </a:rPr>
              <a:t>t → vel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448FF83-36F0-4AE6-BB5F-F00EE7C8340B}"/>
              </a:ext>
            </a:extLst>
          </p:cNvPr>
          <p:cNvCxnSpPr>
            <a:cxnSpLocks/>
          </p:cNvCxnSpPr>
          <p:nvPr/>
        </p:nvCxnSpPr>
        <p:spPr>
          <a:xfrm>
            <a:off x="8286624" y="6315926"/>
            <a:ext cx="2976332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C43234EF-FB18-814E-3064-1FD116A8BB04}"/>
              </a:ext>
            </a:extLst>
          </p:cNvPr>
          <p:cNvSpPr txBox="1"/>
          <p:nvPr/>
        </p:nvSpPr>
        <p:spPr>
          <a:xfrm>
            <a:off x="8847390" y="6028591"/>
            <a:ext cx="185419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 err="1">
                <a:solidFill>
                  <a:schemeClr val="accent3">
                    <a:lumMod val="75000"/>
                  </a:schemeClr>
                </a:solidFill>
              </a:rPr>
              <a:t>state_interfaces</a:t>
            </a:r>
            <a:r>
              <a:rPr lang="es-ES" sz="1100" dirty="0">
                <a:solidFill>
                  <a:schemeClr val="accent3">
                    <a:lumMod val="75000"/>
                  </a:schemeClr>
                </a:solidFill>
              </a:rPr>
              <a:t> (</a:t>
            </a:r>
            <a:r>
              <a:rPr lang="es-ES" sz="1100" dirty="0" err="1">
                <a:solidFill>
                  <a:schemeClr val="accent3">
                    <a:lumMod val="75000"/>
                  </a:schemeClr>
                </a:solidFill>
              </a:rPr>
              <a:t>pos</a:t>
            </a:r>
            <a:r>
              <a:rPr lang="es-ES" sz="1100" dirty="0">
                <a:solidFill>
                  <a:schemeClr val="accent3">
                    <a:lumMod val="75000"/>
                  </a:schemeClr>
                </a:solidFill>
              </a:rPr>
              <a:t>, </a:t>
            </a:r>
            <a:r>
              <a:rPr lang="es-ES" sz="1100" dirty="0" err="1">
                <a:solidFill>
                  <a:schemeClr val="accent3">
                    <a:lumMod val="75000"/>
                  </a:schemeClr>
                </a:solidFill>
              </a:rPr>
              <a:t>vel</a:t>
            </a:r>
            <a:r>
              <a:rPr lang="es-ES" sz="1100" dirty="0">
                <a:solidFill>
                  <a:schemeClr val="accent3">
                    <a:lumMod val="75000"/>
                  </a:schemeClr>
                </a:solidFill>
              </a:rPr>
              <a:t>)</a:t>
            </a:r>
            <a:endParaRPr lang="en-US" sz="11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4D19F19-9DC7-E813-4ABA-CC4C17B304AB}"/>
              </a:ext>
            </a:extLst>
          </p:cNvPr>
          <p:cNvSpPr txBox="1"/>
          <p:nvPr/>
        </p:nvSpPr>
        <p:spPr>
          <a:xfrm>
            <a:off x="8827364" y="6341652"/>
            <a:ext cx="18942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900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Hardware_interface</a:t>
            </a:r>
            <a:r>
              <a:rPr lang="es-ES" sz="9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-&gt; </a:t>
            </a:r>
            <a:r>
              <a:rPr lang="es-ES" sz="900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controller</a:t>
            </a:r>
            <a:endParaRPr lang="en-US" sz="9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09F8E0E7-E5F5-E519-6703-3FFC5B334D00}"/>
              </a:ext>
            </a:extLst>
          </p:cNvPr>
          <p:cNvCxnSpPr>
            <a:cxnSpLocks/>
          </p:cNvCxnSpPr>
          <p:nvPr/>
        </p:nvCxnSpPr>
        <p:spPr>
          <a:xfrm flipH="1">
            <a:off x="8285509" y="9917152"/>
            <a:ext cx="2976332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DEAE48E8-AF50-BFE5-8D13-8BF3FAE6C609}"/>
              </a:ext>
            </a:extLst>
          </p:cNvPr>
          <p:cNvSpPr txBox="1"/>
          <p:nvPr/>
        </p:nvSpPr>
        <p:spPr>
          <a:xfrm>
            <a:off x="8846275" y="9629817"/>
            <a:ext cx="185419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 err="1">
                <a:solidFill>
                  <a:schemeClr val="accent3">
                    <a:lumMod val="75000"/>
                  </a:schemeClr>
                </a:solidFill>
              </a:rPr>
              <a:t>Command_interfaces</a:t>
            </a:r>
            <a:r>
              <a:rPr lang="es-ES" sz="1100" dirty="0">
                <a:solidFill>
                  <a:schemeClr val="accent3">
                    <a:lumMod val="75000"/>
                  </a:schemeClr>
                </a:solidFill>
              </a:rPr>
              <a:t> (</a:t>
            </a:r>
            <a:r>
              <a:rPr lang="es-ES" sz="1100" dirty="0" err="1">
                <a:solidFill>
                  <a:schemeClr val="accent3">
                    <a:lumMod val="75000"/>
                  </a:schemeClr>
                </a:solidFill>
              </a:rPr>
              <a:t>vel</a:t>
            </a:r>
            <a:r>
              <a:rPr lang="es-ES" sz="1100" dirty="0">
                <a:solidFill>
                  <a:schemeClr val="accent3">
                    <a:lumMod val="75000"/>
                  </a:schemeClr>
                </a:solidFill>
              </a:rPr>
              <a:t>)</a:t>
            </a:r>
            <a:endParaRPr lang="en-US" sz="11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43EC650-8B7D-5DE4-6E42-E860FC5706CE}"/>
              </a:ext>
            </a:extLst>
          </p:cNvPr>
          <p:cNvSpPr txBox="1"/>
          <p:nvPr/>
        </p:nvSpPr>
        <p:spPr>
          <a:xfrm>
            <a:off x="8826249" y="9942878"/>
            <a:ext cx="18942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9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rad/s por rueda</a:t>
            </a:r>
            <a:endParaRPr lang="en-US" sz="9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BE31147-CBBB-D35D-C69C-CD19657052C8}"/>
              </a:ext>
            </a:extLst>
          </p:cNvPr>
          <p:cNvCxnSpPr>
            <a:cxnSpLocks/>
          </p:cNvCxnSpPr>
          <p:nvPr/>
        </p:nvCxnSpPr>
        <p:spPr>
          <a:xfrm>
            <a:off x="11283586" y="7614951"/>
            <a:ext cx="2938827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880ED51C-2D33-ED78-775F-7E37259FE68F}"/>
              </a:ext>
            </a:extLst>
          </p:cNvPr>
          <p:cNvSpPr txBox="1"/>
          <p:nvPr/>
        </p:nvSpPr>
        <p:spPr>
          <a:xfrm>
            <a:off x="11844351" y="7327616"/>
            <a:ext cx="185419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>
                <a:solidFill>
                  <a:srgbClr val="7030A0"/>
                </a:solidFill>
              </a:rPr>
              <a:t>/</a:t>
            </a:r>
            <a:r>
              <a:rPr lang="es-ES" sz="1100" dirty="0" err="1">
                <a:solidFill>
                  <a:srgbClr val="7030A0"/>
                </a:solidFill>
              </a:rPr>
              <a:t>odom</a:t>
            </a:r>
            <a:r>
              <a:rPr lang="es-ES" sz="1100" dirty="0">
                <a:solidFill>
                  <a:srgbClr val="7030A0"/>
                </a:solidFill>
              </a:rPr>
              <a:t> + /</a:t>
            </a:r>
            <a:r>
              <a:rPr lang="es-ES" sz="1100" dirty="0" err="1">
                <a:solidFill>
                  <a:srgbClr val="7030A0"/>
                </a:solidFill>
              </a:rPr>
              <a:t>tf</a:t>
            </a:r>
            <a:endParaRPr lang="en-US" sz="1100" dirty="0">
              <a:solidFill>
                <a:srgbClr val="7030A0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E661453-6391-A50E-5F49-61B79D4C6677}"/>
              </a:ext>
            </a:extLst>
          </p:cNvPr>
          <p:cNvSpPr txBox="1"/>
          <p:nvPr/>
        </p:nvSpPr>
        <p:spPr>
          <a:xfrm>
            <a:off x="11824325" y="7640677"/>
            <a:ext cx="18942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900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publish_rate</a:t>
            </a:r>
            <a:r>
              <a:rPr lang="es-ES" sz="9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50 Hz</a:t>
            </a:r>
            <a:endParaRPr lang="en-US" sz="9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0179AE6-B3EE-1DA8-4B8E-05D78AB7FB3A}"/>
              </a:ext>
            </a:extLst>
          </p:cNvPr>
          <p:cNvCxnSpPr>
            <a:cxnSpLocks/>
          </p:cNvCxnSpPr>
          <p:nvPr/>
        </p:nvCxnSpPr>
        <p:spPr>
          <a:xfrm flipH="1">
            <a:off x="11301578" y="8809922"/>
            <a:ext cx="2938827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513E13AC-1204-40CE-32AA-0A6D21B6BE0C}"/>
              </a:ext>
            </a:extLst>
          </p:cNvPr>
          <p:cNvSpPr txBox="1"/>
          <p:nvPr/>
        </p:nvSpPr>
        <p:spPr>
          <a:xfrm>
            <a:off x="11728186" y="8522586"/>
            <a:ext cx="208560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>
                <a:solidFill>
                  <a:srgbClr val="7030A0"/>
                </a:solidFill>
              </a:rPr>
              <a:t>/</a:t>
            </a:r>
            <a:r>
              <a:rPr lang="es-ES" sz="1100" dirty="0" err="1">
                <a:solidFill>
                  <a:srgbClr val="7030A0"/>
                </a:solidFill>
              </a:rPr>
              <a:t>diff_cont</a:t>
            </a:r>
            <a:r>
              <a:rPr lang="es-ES" sz="1100" dirty="0">
                <a:solidFill>
                  <a:srgbClr val="7030A0"/>
                </a:solidFill>
              </a:rPr>
              <a:t>/</a:t>
            </a:r>
            <a:r>
              <a:rPr lang="es-ES" sz="1100" dirty="0" err="1">
                <a:solidFill>
                  <a:srgbClr val="7030A0"/>
                </a:solidFill>
              </a:rPr>
              <a:t>cmd_vel_unstamped</a:t>
            </a:r>
            <a:endParaRPr lang="en-US" sz="1100" dirty="0">
              <a:solidFill>
                <a:srgbClr val="7030A0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B3398CA-C85F-FB37-C91C-C46B3DB87FF0}"/>
              </a:ext>
            </a:extLst>
          </p:cNvPr>
          <p:cNvSpPr txBox="1"/>
          <p:nvPr/>
        </p:nvSpPr>
        <p:spPr>
          <a:xfrm>
            <a:off x="11842317" y="8835648"/>
            <a:ext cx="18942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9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Desde </a:t>
            </a:r>
            <a:r>
              <a:rPr lang="es-ES" sz="900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twist_mux</a:t>
            </a:r>
            <a:endParaRPr lang="en-US" sz="9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96D8158B-A495-F17F-D96B-0C0269B83E47}"/>
              </a:ext>
            </a:extLst>
          </p:cNvPr>
          <p:cNvCxnSpPr>
            <a:cxnSpLocks/>
          </p:cNvCxnSpPr>
          <p:nvPr/>
        </p:nvCxnSpPr>
        <p:spPr>
          <a:xfrm>
            <a:off x="15830550" y="1416893"/>
            <a:ext cx="0" cy="11046380"/>
          </a:xfrm>
          <a:prstGeom prst="straightConnector1">
            <a:avLst/>
          </a:prstGeom>
          <a:ln>
            <a:solidFill>
              <a:srgbClr val="FFC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CFAA350F-E615-136F-BD57-DF64AC2A819A}"/>
              </a:ext>
            </a:extLst>
          </p:cNvPr>
          <p:cNvSpPr/>
          <p:nvPr/>
        </p:nvSpPr>
        <p:spPr>
          <a:xfrm>
            <a:off x="16078621" y="1416893"/>
            <a:ext cx="1337664" cy="548640"/>
          </a:xfrm>
          <a:prstGeom prst="roundRect">
            <a:avLst/>
          </a:prstGeom>
          <a:solidFill>
            <a:srgbClr val="FFEDB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rgbClr val="BC8F00"/>
                </a:solidFill>
              </a:rPr>
              <a:t>~ 33.3 ms</a:t>
            </a:r>
            <a:endParaRPr lang="en-US" sz="1600" b="1" dirty="0">
              <a:solidFill>
                <a:srgbClr val="BC8F00"/>
              </a:solidFill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ACD17C3B-A1A6-9B59-A9D8-ACC49612F63B}"/>
              </a:ext>
            </a:extLst>
          </p:cNvPr>
          <p:cNvSpPr/>
          <p:nvPr/>
        </p:nvSpPr>
        <p:spPr>
          <a:xfrm>
            <a:off x="16078621" y="2636093"/>
            <a:ext cx="1337664" cy="548640"/>
          </a:xfrm>
          <a:prstGeom prst="roundRect">
            <a:avLst/>
          </a:prstGeom>
          <a:solidFill>
            <a:srgbClr val="FFEDB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rgbClr val="BC8F00"/>
                </a:solidFill>
              </a:rPr>
              <a:t>~ 5-10 ms</a:t>
            </a:r>
            <a:endParaRPr lang="en-US" sz="1600" b="1" dirty="0">
              <a:solidFill>
                <a:srgbClr val="BC8F00"/>
              </a:solidFill>
            </a:endParaRP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0222D147-D292-9BCD-60CC-86CFB9B7F49F}"/>
              </a:ext>
            </a:extLst>
          </p:cNvPr>
          <p:cNvSpPr/>
          <p:nvPr/>
        </p:nvSpPr>
        <p:spPr>
          <a:xfrm>
            <a:off x="16078621" y="4982555"/>
            <a:ext cx="1337664" cy="548640"/>
          </a:xfrm>
          <a:prstGeom prst="roundRect">
            <a:avLst/>
          </a:prstGeom>
          <a:solidFill>
            <a:srgbClr val="FFEDB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rgbClr val="BC8F00"/>
                </a:solidFill>
              </a:rPr>
              <a:t>&lt;1 ms</a:t>
            </a:r>
            <a:endParaRPr lang="en-US" sz="1600" b="1" dirty="0">
              <a:solidFill>
                <a:srgbClr val="BC8F00"/>
              </a:solidFill>
            </a:endParaRP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243E634D-AF06-80E3-F80A-2AA3C32A829E}"/>
              </a:ext>
            </a:extLst>
          </p:cNvPr>
          <p:cNvSpPr/>
          <p:nvPr/>
        </p:nvSpPr>
        <p:spPr>
          <a:xfrm>
            <a:off x="16078621" y="7322869"/>
            <a:ext cx="1337664" cy="548640"/>
          </a:xfrm>
          <a:prstGeom prst="roundRect">
            <a:avLst/>
          </a:prstGeom>
          <a:solidFill>
            <a:srgbClr val="FFEDB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>
                <a:solidFill>
                  <a:srgbClr val="BC8F00"/>
                </a:solidFill>
              </a:rPr>
              <a:t>~ 20 </a:t>
            </a:r>
            <a:r>
              <a:rPr lang="es-ES" sz="1600" b="1" dirty="0">
                <a:solidFill>
                  <a:srgbClr val="BC8F00"/>
                </a:solidFill>
              </a:rPr>
              <a:t>ms</a:t>
            </a:r>
            <a:endParaRPr lang="en-US" sz="1600" b="1" dirty="0">
              <a:solidFill>
                <a:srgbClr val="BC8F00"/>
              </a:solidFill>
            </a:endParaRP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F6898B48-A7B9-6392-5CC8-BEDBEFEA9172}"/>
              </a:ext>
            </a:extLst>
          </p:cNvPr>
          <p:cNvSpPr/>
          <p:nvPr/>
        </p:nvSpPr>
        <p:spPr>
          <a:xfrm>
            <a:off x="16078621" y="10790445"/>
            <a:ext cx="1337664" cy="548640"/>
          </a:xfrm>
          <a:prstGeom prst="roundRect">
            <a:avLst/>
          </a:prstGeom>
          <a:solidFill>
            <a:srgbClr val="FFEDB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rgbClr val="BC8F00"/>
                </a:solidFill>
              </a:rPr>
              <a:t>~ 5 - 10 ms</a:t>
            </a:r>
            <a:endParaRPr lang="en-US" sz="1600" b="1" dirty="0">
              <a:solidFill>
                <a:srgbClr val="BC8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38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</TotalTime>
  <Words>189</Words>
  <Application>Microsoft Office PowerPoint</Application>
  <PresentationFormat>Custom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Valderas</dc:creator>
  <cp:lastModifiedBy>Sebastian Valderas</cp:lastModifiedBy>
  <cp:revision>6</cp:revision>
  <dcterms:created xsi:type="dcterms:W3CDTF">2026-03-24T22:12:20Z</dcterms:created>
  <dcterms:modified xsi:type="dcterms:W3CDTF">2026-03-25T01:14:03Z</dcterms:modified>
</cp:coreProperties>
</file>