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  <a:srgbClr val="00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4AD3-166F-7CBD-5F5D-D82FB245B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75438-2BA7-41D3-FDDF-10487C0E6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E606F-E4BB-424B-F29F-FC0648D5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066C-028F-4050-8662-1725C093D0E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42CF9-2D7D-2BA2-49BB-0A8DA1484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8D751-DD57-6125-F8C7-DDF623C91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0D3E-3F2A-40E8-AED6-37AFF3582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96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D1B0A-D387-906E-4505-304C2EA64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79FF0-6685-05AD-E057-826D36922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9E0C6-AFB5-A3A1-6842-CF7B280F2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066C-028F-4050-8662-1725C093D0E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2F42E-1078-652B-5618-1A0B33A6A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D4A57-4226-78FB-5CAB-5970F947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0D3E-3F2A-40E8-AED6-37AFF3582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45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AAB55-7518-F895-6193-78EE7EA7E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C6DE5-2065-70EF-ABBC-F1705F263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33104-981E-CAA8-FE7D-E713393A4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066C-028F-4050-8662-1725C093D0E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941E3-15D8-9220-1EE3-82249B6A8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0850C-6C5D-59BD-3215-872614BB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0D3E-3F2A-40E8-AED6-37AFF3582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81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50875-788F-E379-F28E-14027CDD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4A31C-5760-A7E5-01B2-2B7AC3EC17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F6084-E317-D0B0-D863-F2DB29D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75624-9112-3F62-EECC-419C890A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066C-028F-4050-8662-1725C093D0E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A2EE8B-DD0C-89B5-575D-8601BAFE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B487D-2CAB-6D54-056A-394678AD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0D3E-3F2A-40E8-AED6-37AFF3582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880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F2D51-31AA-4C3B-3D57-1B5DDADD6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5D42B-4282-1E53-2A29-E880C4C50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71D8A4-6E8F-B33E-A024-C77D51C98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A4C33A-6269-072D-7A6A-3BDEB2AC2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6A45A-3CE7-79B9-250C-7D6ED820C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25B9B3-6F18-F57D-3A4A-85D590266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066C-028F-4050-8662-1725C093D0E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5E2FBC-4ACB-58C1-6472-CD9F32176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C9146-D801-C5DE-C6C4-3F35DE6E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0D3E-3F2A-40E8-AED6-37AFF3582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504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1636F-9E01-02CB-6817-49B4A9D39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872995-068F-B4E9-2201-486BB540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066C-028F-4050-8662-1725C093D0E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3CB5F9-C514-FFAB-84CA-F931BB17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B2114-1D17-B07B-CCD9-4A0D2BE4B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0D3E-3F2A-40E8-AED6-37AFF3582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6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FBEE8A-07F1-A143-B1B4-28317FE3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066C-028F-4050-8662-1725C093D0E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0C7E42-0289-BD89-9D72-0A78223D2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760D5-3484-64D5-088B-055717BA7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0D3E-3F2A-40E8-AED6-37AFF3582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19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6A22-5204-9C50-93EC-2117DF80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21E10-D4A0-7F1A-2DF7-4550A2AAB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C4E19-9F2C-826A-4AEB-B610F602C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E9CBF-446C-5A44-9870-15452EF0A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066C-028F-4050-8662-1725C093D0E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BF47C-A1EF-A150-B658-72204407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08720-5538-4E6C-6661-56A4CF028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0D3E-3F2A-40E8-AED6-37AFF3582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3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AF700-FF55-BE66-4C74-09A5CEFDA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34CCB4-F0B6-087E-7DF6-D67241C019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E9F07-6C03-C1E6-2928-0F592ED2D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16A28-12CA-A094-4E9E-6ED8F81B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066C-028F-4050-8662-1725C093D0E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ADA09-B370-DAF4-6DD6-D19020011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65B19-79C5-3EAC-6FB9-92FC161F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0D3E-3F2A-40E8-AED6-37AFF3582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7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1414-3A1D-CBA6-08B5-A2AE6A10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ADDF0-84DE-18D9-A294-05FDAA12A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BAFCF-ED29-5134-7A41-334D69858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066C-028F-4050-8662-1725C093D0E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89D36-79E1-E309-0ABB-8F439F9DB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12155-A36F-7466-F8F7-3995B134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0D3E-3F2A-40E8-AED6-37AFF3582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43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BE524D-8B0E-D9F7-665E-E6C6B5E61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5A209-6BA8-E5B6-B81B-B9CA31166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1159E-722A-4C37-8F68-AEFE5BF2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066C-028F-4050-8662-1725C093D0E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1E002-8DA7-A905-4577-AD6DE51DC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4109-DCCB-634B-FB03-284802D0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0D3E-3F2A-40E8-AED6-37AFF3582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07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AC06AF-263F-5C67-D3C1-CB6E46234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465C6-0DBE-AA67-429F-7D685986F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F33B7-BEC8-7C92-8E9C-D94B65311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EF066C-028F-4050-8662-1725C093D0E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FCCDB-B694-7C5C-3A9D-CAA50861F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54F9B-99E1-20A0-A90C-3FACC30F3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30D3E-3F2A-40E8-AED6-37AFF3582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13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756E865-8BAC-FFB9-F581-530CB446E6D2}"/>
              </a:ext>
            </a:extLst>
          </p:cNvPr>
          <p:cNvSpPr/>
          <p:nvPr/>
        </p:nvSpPr>
        <p:spPr>
          <a:xfrm>
            <a:off x="3279439" y="1109130"/>
            <a:ext cx="1135247" cy="535493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xacro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0EDD9C8-D128-A843-701F-BC48A66BB95B}"/>
              </a:ext>
            </a:extLst>
          </p:cNvPr>
          <p:cNvSpPr/>
          <p:nvPr/>
        </p:nvSpPr>
        <p:spPr>
          <a:xfrm>
            <a:off x="4483887" y="3161253"/>
            <a:ext cx="2615002" cy="53549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robot_state_publisher</a:t>
            </a:r>
            <a:endParaRPr lang="en-US" dirty="0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F115CDDA-087E-76D5-F05D-417502E84E57}"/>
              </a:ext>
            </a:extLst>
          </p:cNvPr>
          <p:cNvSpPr/>
          <p:nvPr/>
        </p:nvSpPr>
        <p:spPr>
          <a:xfrm>
            <a:off x="1755055" y="4394275"/>
            <a:ext cx="1995949" cy="535493"/>
          </a:xfrm>
          <a:prstGeom prst="parallelogram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/join_states</a:t>
            </a:r>
            <a:endParaRPr lang="en-US" dirty="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0F2E2391-5931-1BDD-86AF-5305C59FB1AA}"/>
              </a:ext>
            </a:extLst>
          </p:cNvPr>
          <p:cNvSpPr/>
          <p:nvPr/>
        </p:nvSpPr>
        <p:spPr>
          <a:xfrm>
            <a:off x="7600336" y="4394276"/>
            <a:ext cx="2561304" cy="535493"/>
          </a:xfrm>
          <a:prstGeom prst="parallelogram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/robot_description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7EE6DB0-75D1-1C54-5301-417830FAD958}"/>
              </a:ext>
            </a:extLst>
          </p:cNvPr>
          <p:cNvSpPr/>
          <p:nvPr/>
        </p:nvSpPr>
        <p:spPr>
          <a:xfrm>
            <a:off x="4306906" y="5673394"/>
            <a:ext cx="2978796" cy="53549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join_state_publisher_gui</a:t>
            </a:r>
            <a:endParaRPr lang="en-US" dirty="0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319D007B-522B-036E-B555-03B1C7F6874A}"/>
              </a:ext>
            </a:extLst>
          </p:cNvPr>
          <p:cNvSpPr/>
          <p:nvPr/>
        </p:nvSpPr>
        <p:spPr>
          <a:xfrm>
            <a:off x="9301014" y="1079148"/>
            <a:ext cx="1160814" cy="535493"/>
          </a:xfrm>
          <a:prstGeom prst="parallelogram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/tf</a:t>
            </a:r>
            <a:endParaRPr lang="en-US" dirty="0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BBD39DE-A94B-03B6-C779-0494BEBD20F9}"/>
              </a:ext>
            </a:extLst>
          </p:cNvPr>
          <p:cNvCxnSpPr>
            <a:stCxn id="17" idx="1"/>
            <a:endCxn id="15" idx="4"/>
          </p:cNvCxnSpPr>
          <p:nvPr/>
        </p:nvCxnSpPr>
        <p:spPr>
          <a:xfrm rot="10800000">
            <a:off x="2753030" y="4929769"/>
            <a:ext cx="1553876" cy="1011373"/>
          </a:xfrm>
          <a:prstGeom prst="bentConnector2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977DD9A-59DE-9EAF-E40D-B49C7C6AB96E}"/>
              </a:ext>
            </a:extLst>
          </p:cNvPr>
          <p:cNvCxnSpPr>
            <a:stCxn id="16" idx="4"/>
            <a:endCxn id="17" idx="3"/>
          </p:cNvCxnSpPr>
          <p:nvPr/>
        </p:nvCxnSpPr>
        <p:spPr>
          <a:xfrm rot="5400000">
            <a:off x="7577659" y="4637812"/>
            <a:ext cx="1011372" cy="1595286"/>
          </a:xfrm>
          <a:prstGeom prst="bentConnector2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65A283B-5002-46F0-72E8-1B44BE58C154}"/>
              </a:ext>
            </a:extLst>
          </p:cNvPr>
          <p:cNvCxnSpPr>
            <a:cxnSpLocks/>
            <a:stCxn id="15" idx="1"/>
            <a:endCxn id="14" idx="1"/>
          </p:cNvCxnSpPr>
          <p:nvPr/>
        </p:nvCxnSpPr>
        <p:spPr>
          <a:xfrm rot="5400000" flipH="1" flipV="1">
            <a:off x="3169289" y="3079678"/>
            <a:ext cx="965275" cy="1663921"/>
          </a:xfrm>
          <a:prstGeom prst="bentConnector2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BB52045-8CDA-90D6-1CF4-5494A15D05C6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7098889" y="3429000"/>
            <a:ext cx="1849036" cy="965276"/>
          </a:xfrm>
          <a:prstGeom prst="bentConnector2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A356AE5-1EF0-1E1A-2714-255ACFB36B31}"/>
              </a:ext>
            </a:extLst>
          </p:cNvPr>
          <p:cNvCxnSpPr>
            <a:cxnSpLocks/>
            <a:stCxn id="2" idx="3"/>
            <a:endCxn id="13" idx="1"/>
          </p:cNvCxnSpPr>
          <p:nvPr/>
        </p:nvCxnSpPr>
        <p:spPr>
          <a:xfrm>
            <a:off x="2042093" y="810250"/>
            <a:ext cx="1237346" cy="566627"/>
          </a:xfrm>
          <a:prstGeom prst="bentConnector3">
            <a:avLst>
              <a:gd name="adj1" fmla="val 50000"/>
            </a:avLst>
          </a:prstGeom>
          <a:ln w="57150">
            <a:solidFill>
              <a:srgbClr val="00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AF2FDFA9-B264-2D70-ED21-E9B96EE811A4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2042092" y="1376877"/>
            <a:ext cx="1237347" cy="566629"/>
          </a:xfrm>
          <a:prstGeom prst="bentConnector3">
            <a:avLst>
              <a:gd name="adj1" fmla="val 50000"/>
            </a:avLst>
          </a:prstGeom>
          <a:ln w="57150">
            <a:solidFill>
              <a:srgbClr val="00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C6FD62B4-3799-2D85-7DF7-62BBC759A210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 flipV="1">
            <a:off x="2042092" y="1376877"/>
            <a:ext cx="1237347" cy="1"/>
          </a:xfrm>
          <a:prstGeom prst="bentConnector3">
            <a:avLst>
              <a:gd name="adj1" fmla="val 50000"/>
            </a:avLst>
          </a:prstGeom>
          <a:ln w="57150">
            <a:solidFill>
              <a:srgbClr val="00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C7C62798-E36D-1ABA-58F1-0175EF2401A8}"/>
              </a:ext>
            </a:extLst>
          </p:cNvPr>
          <p:cNvCxnSpPr>
            <a:cxnSpLocks/>
            <a:stCxn id="13" idx="3"/>
            <a:endCxn id="14" idx="0"/>
          </p:cNvCxnSpPr>
          <p:nvPr/>
        </p:nvCxnSpPr>
        <p:spPr>
          <a:xfrm>
            <a:off x="4414686" y="1376877"/>
            <a:ext cx="1376702" cy="1784376"/>
          </a:xfrm>
          <a:prstGeom prst="bentConnector2">
            <a:avLst/>
          </a:prstGeom>
          <a:ln w="57150">
            <a:solidFill>
              <a:srgbClr val="009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76CC9750-B727-B737-5EC8-57DCBEEC7D43}"/>
              </a:ext>
            </a:extLst>
          </p:cNvPr>
          <p:cNvCxnSpPr>
            <a:cxnSpLocks/>
            <a:stCxn id="14" idx="3"/>
            <a:endCxn id="18" idx="5"/>
          </p:cNvCxnSpPr>
          <p:nvPr/>
        </p:nvCxnSpPr>
        <p:spPr>
          <a:xfrm flipV="1">
            <a:off x="7098889" y="1346895"/>
            <a:ext cx="2269062" cy="2082105"/>
          </a:xfrm>
          <a:prstGeom prst="bentConnector3">
            <a:avLst>
              <a:gd name="adj1" fmla="val 168"/>
            </a:avLst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94386D6-5A32-CF47-7B7A-96587DEBA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804" y="550605"/>
            <a:ext cx="519289" cy="5192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9F97EE-1D33-8AA4-6405-CBB8D7D6C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803" y="1117233"/>
            <a:ext cx="519289" cy="5192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E617AB-3571-AC55-8ED4-E81EBA91C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803" y="1683861"/>
            <a:ext cx="519289" cy="51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35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Alexis Valderas Neculqueo</dc:creator>
  <cp:lastModifiedBy>Sebastian Alexis Valderas Neculqueo</cp:lastModifiedBy>
  <cp:revision>3</cp:revision>
  <dcterms:created xsi:type="dcterms:W3CDTF">2025-10-19T17:56:18Z</dcterms:created>
  <dcterms:modified xsi:type="dcterms:W3CDTF">2025-10-20T15:35:27Z</dcterms:modified>
</cp:coreProperties>
</file>