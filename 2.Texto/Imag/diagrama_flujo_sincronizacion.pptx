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559" autoAdjust="0"/>
    <p:restoredTop sz="94660"/>
  </p:normalViewPr>
  <p:slideViewPr>
    <p:cSldViewPr snapToGrid="0">
      <p:cViewPr>
        <p:scale>
          <a:sx n="75" d="100"/>
          <a:sy n="75" d="100"/>
        </p:scale>
        <p:origin x="155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4137-8B67-D78D-9617-5B1F3974E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0A77CC-827D-02AA-B7E9-3DF221B89F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B5E31-090C-465F-627C-AF8375CE6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9B7F-7D60-4844-A65C-AB29E560DD8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1F5FB-263F-258D-3E81-39C9FCC66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53F92-61E9-0A1C-0FBF-5636B5B8F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DF0D-8FD3-4AD3-B780-B3895BB1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67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91DD7-3523-3189-8BA4-E3AE41370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D286E-6281-DAA1-E8AB-41BE8FBC8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E3980-7D77-F7F2-C363-34DAD3B13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9B7F-7D60-4844-A65C-AB29E560DD8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49FB4-57F4-838F-2BC9-CD601C87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3A13C-3753-C17B-708A-AB0F03F3D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DF0D-8FD3-4AD3-B780-B3895BB1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600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A56C7-140D-F2B8-95BB-8D018F9C1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DCA9E-85FB-0C8C-7EA6-B5B5C5758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AFBF0-8C2F-348F-D212-70DDBA721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9B7F-7D60-4844-A65C-AB29E560DD8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EFBF8-D285-7E29-7C22-898AB1A67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6ED05-3B99-046B-7CA9-A644E4B2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DF0D-8FD3-4AD3-B780-B3895BB1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935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7FCC8-687F-B74F-7305-C72C120D9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8436C-10B7-945B-020D-964899E0A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CD9B0-2476-B0BC-5FAF-4E1198C5C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CCF8A-7776-0C4A-4322-FD028B8B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9B7F-7D60-4844-A65C-AB29E560DD8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E36AF-5AEE-6F65-E6FA-E4F2201ED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24553-90FA-E56F-88D0-D052E0600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DF0D-8FD3-4AD3-B780-B3895BB1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654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1809C-ACA4-71B6-789A-013D7A173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6785E-95EB-9D27-D162-CD55D046F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0BCC8-AFD4-E4FC-BCC1-F004FB244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4C5F47-88E1-5B8D-E563-E2BD7F34E9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67445E-E87E-AFD8-EF71-509C569DE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3B7AC4-810F-D954-5813-B831A3C99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9B7F-7D60-4844-A65C-AB29E560DD8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826186-DFC9-78B3-3EEA-B899342B7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F346C6-0DCE-EB4E-489F-AD16F8EC8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DF0D-8FD3-4AD3-B780-B3895BB1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831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68A3-3BAA-7C88-EF8C-17FBFE65E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CDEDF0-5F29-8905-35D9-3AD28075E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9B7F-7D60-4844-A65C-AB29E560DD8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A818FF-C98E-9E77-5652-7F0AB7BD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38AEEF-2479-8713-9049-56F8FE1B3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DF0D-8FD3-4AD3-B780-B3895BB1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50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842CA4-AF00-43DE-C637-C7AB9384E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9B7F-7D60-4844-A65C-AB29E560DD8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3DD59C-DCF3-0D03-A15A-73D4BB17F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91AE3-ED41-A4E1-F979-B9778CB36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DF0D-8FD3-4AD3-B780-B3895BB1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88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2F0AB-E7EA-8BE1-DB6D-8C40DB3D8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280B6-EC73-5AA2-461E-66BC71E67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3CB9DD-1251-CDDD-0DF7-A5F9E695C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5A36EA-259F-A536-FEF4-477B16237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9B7F-7D60-4844-A65C-AB29E560DD8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85F45-E749-156B-E074-5CCEF46E7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2E6E6-CFC4-FD2B-D87B-DB7BB73F3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DF0D-8FD3-4AD3-B780-B3895BB1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33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909F0-3486-3527-0DF8-0FE40CA12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E20139-225E-0FDC-260E-DDABDDF08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1B75B8-82D8-7C82-A6C1-2F2FAC6CE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9E53B-5366-F20D-50E2-4960AB0B4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9B7F-7D60-4844-A65C-AB29E560DD8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9B8CB-5385-7D0C-E8C0-DCB45AB09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C7DA2-232D-2AF1-239D-6A55EB70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DF0D-8FD3-4AD3-B780-B3895BB1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371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79E17-20E9-ECAD-617D-28E4A7AF2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6C1B51-A1D1-5C95-5BF2-5DD62A98AB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E9F49-E097-C94C-9A5E-065D407D9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9B7F-7D60-4844-A65C-AB29E560DD8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B2482-78DB-76B4-C8F4-84465F8C8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21093-FCF3-8734-955B-A86D56549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DF0D-8FD3-4AD3-B780-B3895BB1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273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1EADD-B250-D727-7A38-B0BFB5F580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76816-132F-3144-D630-E87E59F1C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AD64B-FFE0-E681-C0CC-5827D5162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9B7F-7D60-4844-A65C-AB29E560DD8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8129-4AF8-5060-31A2-BCE98F86A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3D318-0955-3F2D-5E7C-E48EC4388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DF0D-8FD3-4AD3-B780-B3895BB1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312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1301F5-ED7F-162B-0873-7180E09FA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7D612-4BB4-FB31-CAD1-EE54F7B67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B1C21-8C2F-1B76-17A9-8AACE07D49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839B7F-7D60-4844-A65C-AB29E560DD8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1832-0BA8-8E8F-7CDF-194C8F46D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59B2A-0131-12D5-0D80-B199C6864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4FDF0D-8FD3-4AD3-B780-B3895BB1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880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211F8F9-C6E8-F057-EC67-D4028C8CA0B5}"/>
              </a:ext>
            </a:extLst>
          </p:cNvPr>
          <p:cNvSpPr/>
          <p:nvPr/>
        </p:nvSpPr>
        <p:spPr>
          <a:xfrm>
            <a:off x="657225" y="814388"/>
            <a:ext cx="3386137" cy="1557337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Prototipo físico</a:t>
            </a:r>
          </a:p>
          <a:p>
            <a:pPr algn="ctr"/>
            <a:endParaRPr lang="es-ES" b="1" dirty="0"/>
          </a:p>
          <a:p>
            <a:pPr algn="ctr"/>
            <a:r>
              <a:rPr lang="es-ES" b="1" dirty="0"/>
              <a:t>(Hardware real)</a:t>
            </a:r>
            <a:endParaRPr lang="en-US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CFE9A72-F67A-5D51-68D0-260436A3160F}"/>
              </a:ext>
            </a:extLst>
          </p:cNvPr>
          <p:cNvSpPr/>
          <p:nvPr/>
        </p:nvSpPr>
        <p:spPr>
          <a:xfrm>
            <a:off x="7524750" y="814387"/>
            <a:ext cx="3386137" cy="15573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Modelo digital</a:t>
            </a:r>
          </a:p>
          <a:p>
            <a:pPr algn="ctr"/>
            <a:endParaRPr lang="es-ES" b="1" dirty="0"/>
          </a:p>
          <a:p>
            <a:pPr algn="ctr"/>
            <a:r>
              <a:rPr lang="es-ES" b="1" dirty="0"/>
              <a:t>(URDF / xacro)</a:t>
            </a:r>
            <a:endParaRPr lang="en-US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435EA70-A156-AB62-EA24-E2635725E638}"/>
              </a:ext>
            </a:extLst>
          </p:cNvPr>
          <p:cNvCxnSpPr>
            <a:cxnSpLocks/>
          </p:cNvCxnSpPr>
          <p:nvPr/>
        </p:nvCxnSpPr>
        <p:spPr>
          <a:xfrm>
            <a:off x="4481512" y="1421604"/>
            <a:ext cx="25717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11D9599-30BF-991B-BF2F-1F134C6D7A05}"/>
              </a:ext>
            </a:extLst>
          </p:cNvPr>
          <p:cNvCxnSpPr/>
          <p:nvPr/>
        </p:nvCxnSpPr>
        <p:spPr>
          <a:xfrm flipH="1">
            <a:off x="4431505" y="1752600"/>
            <a:ext cx="2571750" cy="0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214B2DE-E36F-33BD-5814-E6C7899D0DA7}"/>
              </a:ext>
            </a:extLst>
          </p:cNvPr>
          <p:cNvSpPr txBox="1"/>
          <p:nvPr/>
        </p:nvSpPr>
        <p:spPr>
          <a:xfrm>
            <a:off x="4043362" y="654293"/>
            <a:ext cx="348138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Medidas verificadas</a:t>
            </a:r>
          </a:p>
          <a:p>
            <a:pPr algn="ctr"/>
            <a:r>
              <a:rPr lang="es-ES" sz="1100" dirty="0"/>
              <a:t>Separación de ruedas – diámetro rueda - altura laser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D56F10-596A-D73A-CB82-9C3E3BC7342A}"/>
              </a:ext>
            </a:extLst>
          </p:cNvPr>
          <p:cNvSpPr txBox="1"/>
          <p:nvPr/>
        </p:nvSpPr>
        <p:spPr>
          <a:xfrm>
            <a:off x="4043362" y="2002392"/>
            <a:ext cx="34813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002060"/>
                </a:solidFill>
              </a:rPr>
              <a:t>Parámetros iniciales</a:t>
            </a:r>
          </a:p>
          <a:p>
            <a:pPr algn="ctr"/>
            <a:r>
              <a:rPr lang="es-ES" sz="1100" dirty="0"/>
              <a:t>Fricción – Amortiguamiento - Inercias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D3D1362-0CF6-DDBB-59FD-B2FDE4585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747" y="0"/>
            <a:ext cx="808808" cy="8088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BF02CA-B7F8-0880-CFC9-E273E08E5DC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47926" y="38271"/>
            <a:ext cx="808808" cy="80880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B3D3D55-7C76-9F35-4C7A-6D1C1D78D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073" y="0"/>
            <a:ext cx="808808" cy="808808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A65E2BF-C46F-1BA2-5363-61E7401F619C}"/>
              </a:ext>
            </a:extLst>
          </p:cNvPr>
          <p:cNvSpPr/>
          <p:nvPr/>
        </p:nvSpPr>
        <p:spPr>
          <a:xfrm>
            <a:off x="368957" y="4810126"/>
            <a:ext cx="3386137" cy="155733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Gazebo</a:t>
            </a:r>
          </a:p>
          <a:p>
            <a:pPr algn="ctr"/>
            <a:endParaRPr lang="es-ES" b="1" dirty="0"/>
          </a:p>
          <a:p>
            <a:pPr algn="ctr"/>
            <a:r>
              <a:rPr lang="es-ES" b="1" dirty="0"/>
              <a:t>(Simulación)</a:t>
            </a:r>
            <a:endParaRPr lang="en-US" b="1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029D264-2B90-6391-E849-6F813861A4AA}"/>
              </a:ext>
            </a:extLst>
          </p:cNvPr>
          <p:cNvSpPr/>
          <p:nvPr/>
        </p:nvSpPr>
        <p:spPr>
          <a:xfrm>
            <a:off x="4354182" y="4810126"/>
            <a:ext cx="3386137" cy="155733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/>
              <a:t>ros2_control</a:t>
            </a:r>
          </a:p>
          <a:p>
            <a:pPr algn="ctr"/>
            <a:endParaRPr lang="es-ES" b="1" dirty="0"/>
          </a:p>
          <a:p>
            <a:pPr algn="ctr"/>
            <a:r>
              <a:rPr lang="es-ES" b="1" dirty="0"/>
              <a:t>(Control diferencial)</a:t>
            </a:r>
            <a:endParaRPr lang="en-US" b="1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6D353BC-AF7B-525F-4146-589D1413F1FB}"/>
              </a:ext>
            </a:extLst>
          </p:cNvPr>
          <p:cNvSpPr/>
          <p:nvPr/>
        </p:nvSpPr>
        <p:spPr>
          <a:xfrm>
            <a:off x="8339408" y="4810126"/>
            <a:ext cx="3386137" cy="155733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Nav2 / SLAM</a:t>
            </a:r>
          </a:p>
          <a:p>
            <a:pPr algn="ctr"/>
            <a:endParaRPr lang="es-ES" b="1" dirty="0"/>
          </a:p>
          <a:p>
            <a:pPr algn="ctr"/>
            <a:r>
              <a:rPr lang="es-ES" b="1" dirty="0"/>
              <a:t>(Navegación)</a:t>
            </a:r>
            <a:endParaRPr 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E33D9F-C907-B74C-D7F5-2E8BBF215E35}"/>
              </a:ext>
            </a:extLst>
          </p:cNvPr>
          <p:cNvSpPr txBox="1"/>
          <p:nvPr/>
        </p:nvSpPr>
        <p:spPr>
          <a:xfrm>
            <a:off x="4152269" y="3145366"/>
            <a:ext cx="374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Se propaga automáticamente a:</a:t>
            </a:r>
            <a:endParaRPr lang="en-US" sz="11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8E1F00E-76F3-ED88-28B7-5E2B13469849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6024560" y="3514698"/>
            <a:ext cx="2459683" cy="75953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83C9E6D-4CD1-AC5C-61E8-93EB44D0EB13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6024560" y="3514698"/>
            <a:ext cx="0" cy="78256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C59863F-55CD-7D3D-E57A-3147123D13F6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3052424" y="3514698"/>
            <a:ext cx="2972136" cy="80356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DCD9F33-490E-E00B-4A70-FB31006B5B98}"/>
              </a:ext>
            </a:extLst>
          </p:cNvPr>
          <p:cNvCxnSpPr>
            <a:stCxn id="5" idx="2"/>
            <a:endCxn id="22" idx="0"/>
          </p:cNvCxnSpPr>
          <p:nvPr/>
        </p:nvCxnSpPr>
        <p:spPr>
          <a:xfrm flipH="1">
            <a:off x="6024560" y="2371724"/>
            <a:ext cx="3193259" cy="773642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2">
            <a:extLst>
              <a:ext uri="{FF2B5EF4-FFF2-40B4-BE49-F238E27FC236}">
                <a16:creationId xmlns:a16="http://schemas.microsoft.com/office/drawing/2014/main" id="{484AC2E0-B63F-405C-E13E-4F3C0267D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715" y="4078779"/>
            <a:ext cx="479806" cy="689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20C670A-5F81-D453-BC33-645F17ABB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920" y="4427315"/>
            <a:ext cx="742326" cy="39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DDFDC92-EBB6-21B3-256C-642FE4EED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2200" y="3826393"/>
            <a:ext cx="520552" cy="941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BB089CF-7C10-14C5-28AE-0E063FFC917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6184" b="17040"/>
          <a:stretch>
            <a:fillRect/>
          </a:stretch>
        </p:blipFill>
        <p:spPr>
          <a:xfrm>
            <a:off x="8085778" y="114992"/>
            <a:ext cx="981449" cy="65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952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53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Valderas</dc:creator>
  <cp:lastModifiedBy>Sebastian Valderas</cp:lastModifiedBy>
  <cp:revision>2</cp:revision>
  <dcterms:created xsi:type="dcterms:W3CDTF">2026-03-22T22:30:41Z</dcterms:created>
  <dcterms:modified xsi:type="dcterms:W3CDTF">2026-03-22T23:13:40Z</dcterms:modified>
</cp:coreProperties>
</file>