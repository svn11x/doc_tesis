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12526963" cy="8778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7B7"/>
    <a:srgbClr val="D5B8EA"/>
    <a:srgbClr val="CC9B00"/>
    <a:srgbClr val="FFFF9B"/>
    <a:srgbClr val="C49500"/>
    <a:srgbClr val="B7CFFF"/>
    <a:srgbClr val="89FFBE"/>
    <a:srgbClr val="A1A1A1"/>
    <a:srgbClr val="FF81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14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28E88-6466-454A-8B2F-6F0F94F3C61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143000"/>
            <a:ext cx="4400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7EF2E-1F88-4340-A715-A386E6F7B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43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28725" y="1143000"/>
            <a:ext cx="44005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7EF2E-1F88-4340-A715-A386E6F7BF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9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522" y="1436729"/>
            <a:ext cx="10647919" cy="3056349"/>
          </a:xfrm>
        </p:spPr>
        <p:txBody>
          <a:bodyPr anchor="b"/>
          <a:lstStyle>
            <a:lvl1pPr algn="ctr">
              <a:defRPr sz="76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5871" y="4610942"/>
            <a:ext cx="9395222" cy="2119529"/>
          </a:xfrm>
        </p:spPr>
        <p:txBody>
          <a:bodyPr/>
          <a:lstStyle>
            <a:lvl1pPr marL="0" indent="0" algn="ctr">
              <a:buNone/>
              <a:defRPr sz="3072"/>
            </a:lvl1pPr>
            <a:lvl2pPr marL="585262" indent="0" algn="ctr">
              <a:buNone/>
              <a:defRPr sz="2560"/>
            </a:lvl2pPr>
            <a:lvl3pPr marL="1170523" indent="0" algn="ctr">
              <a:buNone/>
              <a:defRPr sz="2304"/>
            </a:lvl3pPr>
            <a:lvl4pPr marL="1755785" indent="0" algn="ctr">
              <a:buNone/>
              <a:defRPr sz="2048"/>
            </a:lvl4pPr>
            <a:lvl5pPr marL="2341047" indent="0" algn="ctr">
              <a:buNone/>
              <a:defRPr sz="2048"/>
            </a:lvl5pPr>
            <a:lvl6pPr marL="2926309" indent="0" algn="ctr">
              <a:buNone/>
              <a:defRPr sz="2048"/>
            </a:lvl6pPr>
            <a:lvl7pPr marL="3511570" indent="0" algn="ctr">
              <a:buNone/>
              <a:defRPr sz="2048"/>
            </a:lvl7pPr>
            <a:lvl8pPr marL="4096832" indent="0" algn="ctr">
              <a:buNone/>
              <a:defRPr sz="2048"/>
            </a:lvl8pPr>
            <a:lvl9pPr marL="4682094" indent="0" algn="ctr">
              <a:buNone/>
              <a:defRPr sz="20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318A-F60D-42C3-BFA7-29447E71C95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FA6F-0D06-42AB-9A09-763A3B36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33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318A-F60D-42C3-BFA7-29447E71C95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FA6F-0D06-42AB-9A09-763A3B36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47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705" y="2188625"/>
            <a:ext cx="10804506" cy="3651768"/>
          </a:xfrm>
        </p:spPr>
        <p:txBody>
          <a:bodyPr anchor="b"/>
          <a:lstStyle>
            <a:lvl1pPr>
              <a:defRPr sz="76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4705" y="5874940"/>
            <a:ext cx="10804506" cy="1920378"/>
          </a:xfrm>
        </p:spPr>
        <p:txBody>
          <a:bodyPr/>
          <a:lstStyle>
            <a:lvl1pPr marL="0" indent="0">
              <a:buNone/>
              <a:defRPr sz="3072">
                <a:solidFill>
                  <a:schemeClr val="tx1">
                    <a:tint val="82000"/>
                  </a:schemeClr>
                </a:solidFill>
              </a:defRPr>
            </a:lvl1pPr>
            <a:lvl2pPr marL="585262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2pPr>
            <a:lvl3pPr marL="1170523" indent="0">
              <a:buNone/>
              <a:defRPr sz="2304">
                <a:solidFill>
                  <a:schemeClr val="tx1">
                    <a:tint val="82000"/>
                  </a:schemeClr>
                </a:solidFill>
              </a:defRPr>
            </a:lvl3pPr>
            <a:lvl4pPr marL="1755785" indent="0">
              <a:buNone/>
              <a:defRPr sz="2048">
                <a:solidFill>
                  <a:schemeClr val="tx1">
                    <a:tint val="82000"/>
                  </a:schemeClr>
                </a:solidFill>
              </a:defRPr>
            </a:lvl4pPr>
            <a:lvl5pPr marL="2341047" indent="0">
              <a:buNone/>
              <a:defRPr sz="2048">
                <a:solidFill>
                  <a:schemeClr val="tx1">
                    <a:tint val="82000"/>
                  </a:schemeClr>
                </a:solidFill>
              </a:defRPr>
            </a:lvl5pPr>
            <a:lvl6pPr marL="2926309" indent="0">
              <a:buNone/>
              <a:defRPr sz="2048">
                <a:solidFill>
                  <a:schemeClr val="tx1">
                    <a:tint val="82000"/>
                  </a:schemeClr>
                </a:solidFill>
              </a:defRPr>
            </a:lvl6pPr>
            <a:lvl7pPr marL="3511570" indent="0">
              <a:buNone/>
              <a:defRPr sz="2048">
                <a:solidFill>
                  <a:schemeClr val="tx1">
                    <a:tint val="82000"/>
                  </a:schemeClr>
                </a:solidFill>
              </a:defRPr>
            </a:lvl7pPr>
            <a:lvl8pPr marL="4096832" indent="0">
              <a:buNone/>
              <a:defRPr sz="2048">
                <a:solidFill>
                  <a:schemeClr val="tx1">
                    <a:tint val="82000"/>
                  </a:schemeClr>
                </a:solidFill>
              </a:defRPr>
            </a:lvl8pPr>
            <a:lvl9pPr marL="4682094" indent="0">
              <a:buNone/>
              <a:defRPr sz="20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318A-F60D-42C3-BFA7-29447E71C95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FA6F-0D06-42AB-9A09-763A3B36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20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1229" y="2336969"/>
            <a:ext cx="5323959" cy="5570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41775" y="2336969"/>
            <a:ext cx="5323959" cy="5570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318A-F60D-42C3-BFA7-29447E71C95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FA6F-0D06-42AB-9A09-763A3B36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55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860" y="467396"/>
            <a:ext cx="10804506" cy="16968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2862" y="2152044"/>
            <a:ext cx="5299492" cy="1054684"/>
          </a:xfrm>
        </p:spPr>
        <p:txBody>
          <a:bodyPr anchor="b"/>
          <a:lstStyle>
            <a:lvl1pPr marL="0" indent="0">
              <a:buNone/>
              <a:defRPr sz="3072" b="1"/>
            </a:lvl1pPr>
            <a:lvl2pPr marL="585262" indent="0">
              <a:buNone/>
              <a:defRPr sz="2560" b="1"/>
            </a:lvl2pPr>
            <a:lvl3pPr marL="1170523" indent="0">
              <a:buNone/>
              <a:defRPr sz="2304" b="1"/>
            </a:lvl3pPr>
            <a:lvl4pPr marL="1755785" indent="0">
              <a:buNone/>
              <a:defRPr sz="2048" b="1"/>
            </a:lvl4pPr>
            <a:lvl5pPr marL="2341047" indent="0">
              <a:buNone/>
              <a:defRPr sz="2048" b="1"/>
            </a:lvl5pPr>
            <a:lvl6pPr marL="2926309" indent="0">
              <a:buNone/>
              <a:defRPr sz="2048" b="1"/>
            </a:lvl6pPr>
            <a:lvl7pPr marL="3511570" indent="0">
              <a:buNone/>
              <a:defRPr sz="2048" b="1"/>
            </a:lvl7pPr>
            <a:lvl8pPr marL="4096832" indent="0">
              <a:buNone/>
              <a:defRPr sz="2048" b="1"/>
            </a:lvl8pPr>
            <a:lvl9pPr marL="4682094" indent="0">
              <a:buNone/>
              <a:defRPr sz="20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62" y="3206728"/>
            <a:ext cx="5299492" cy="47166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1776" y="2152044"/>
            <a:ext cx="5325591" cy="1054684"/>
          </a:xfrm>
        </p:spPr>
        <p:txBody>
          <a:bodyPr anchor="b"/>
          <a:lstStyle>
            <a:lvl1pPr marL="0" indent="0">
              <a:buNone/>
              <a:defRPr sz="3072" b="1"/>
            </a:lvl1pPr>
            <a:lvl2pPr marL="585262" indent="0">
              <a:buNone/>
              <a:defRPr sz="2560" b="1"/>
            </a:lvl2pPr>
            <a:lvl3pPr marL="1170523" indent="0">
              <a:buNone/>
              <a:defRPr sz="2304" b="1"/>
            </a:lvl3pPr>
            <a:lvl4pPr marL="1755785" indent="0">
              <a:buNone/>
              <a:defRPr sz="2048" b="1"/>
            </a:lvl4pPr>
            <a:lvl5pPr marL="2341047" indent="0">
              <a:buNone/>
              <a:defRPr sz="2048" b="1"/>
            </a:lvl5pPr>
            <a:lvl6pPr marL="2926309" indent="0">
              <a:buNone/>
              <a:defRPr sz="2048" b="1"/>
            </a:lvl6pPr>
            <a:lvl7pPr marL="3511570" indent="0">
              <a:buNone/>
              <a:defRPr sz="2048" b="1"/>
            </a:lvl7pPr>
            <a:lvl8pPr marL="4096832" indent="0">
              <a:buNone/>
              <a:defRPr sz="2048" b="1"/>
            </a:lvl8pPr>
            <a:lvl9pPr marL="4682094" indent="0">
              <a:buNone/>
              <a:defRPr sz="20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41776" y="3206728"/>
            <a:ext cx="5325591" cy="47166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318A-F60D-42C3-BFA7-29447E71C95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FA6F-0D06-42AB-9A09-763A3B36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2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318A-F60D-42C3-BFA7-29447E71C95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FA6F-0D06-42AB-9A09-763A3B36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17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318A-F60D-42C3-BFA7-29447E71C95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FA6F-0D06-42AB-9A09-763A3B36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1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860" y="585258"/>
            <a:ext cx="4040272" cy="2048404"/>
          </a:xfrm>
        </p:spPr>
        <p:txBody>
          <a:bodyPr anchor="b"/>
          <a:lstStyle>
            <a:lvl1pPr>
              <a:defRPr sz="4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5591" y="1263997"/>
            <a:ext cx="6341775" cy="6238691"/>
          </a:xfrm>
        </p:spPr>
        <p:txBody>
          <a:bodyPr/>
          <a:lstStyle>
            <a:lvl1pPr>
              <a:defRPr sz="4096"/>
            </a:lvl1pPr>
            <a:lvl2pPr>
              <a:defRPr sz="3584"/>
            </a:lvl2pPr>
            <a:lvl3pPr>
              <a:defRPr sz="3072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860" y="2633662"/>
            <a:ext cx="4040272" cy="4879186"/>
          </a:xfrm>
        </p:spPr>
        <p:txBody>
          <a:bodyPr/>
          <a:lstStyle>
            <a:lvl1pPr marL="0" indent="0">
              <a:buNone/>
              <a:defRPr sz="2048"/>
            </a:lvl1pPr>
            <a:lvl2pPr marL="585262" indent="0">
              <a:buNone/>
              <a:defRPr sz="1792"/>
            </a:lvl2pPr>
            <a:lvl3pPr marL="1170523" indent="0">
              <a:buNone/>
              <a:defRPr sz="1536"/>
            </a:lvl3pPr>
            <a:lvl4pPr marL="1755785" indent="0">
              <a:buNone/>
              <a:defRPr sz="1280"/>
            </a:lvl4pPr>
            <a:lvl5pPr marL="2341047" indent="0">
              <a:buNone/>
              <a:defRPr sz="1280"/>
            </a:lvl5pPr>
            <a:lvl6pPr marL="2926309" indent="0">
              <a:buNone/>
              <a:defRPr sz="1280"/>
            </a:lvl6pPr>
            <a:lvl7pPr marL="3511570" indent="0">
              <a:buNone/>
              <a:defRPr sz="1280"/>
            </a:lvl7pPr>
            <a:lvl8pPr marL="4096832" indent="0">
              <a:buNone/>
              <a:defRPr sz="1280"/>
            </a:lvl8pPr>
            <a:lvl9pPr marL="4682094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318A-F60D-42C3-BFA7-29447E71C95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FA6F-0D06-42AB-9A09-763A3B36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9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860" y="585258"/>
            <a:ext cx="4040272" cy="2048404"/>
          </a:xfrm>
        </p:spPr>
        <p:txBody>
          <a:bodyPr anchor="b"/>
          <a:lstStyle>
            <a:lvl1pPr>
              <a:defRPr sz="4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25591" y="1263997"/>
            <a:ext cx="6341775" cy="6238691"/>
          </a:xfrm>
        </p:spPr>
        <p:txBody>
          <a:bodyPr anchor="t"/>
          <a:lstStyle>
            <a:lvl1pPr marL="0" indent="0">
              <a:buNone/>
              <a:defRPr sz="4096"/>
            </a:lvl1pPr>
            <a:lvl2pPr marL="585262" indent="0">
              <a:buNone/>
              <a:defRPr sz="3584"/>
            </a:lvl2pPr>
            <a:lvl3pPr marL="1170523" indent="0">
              <a:buNone/>
              <a:defRPr sz="3072"/>
            </a:lvl3pPr>
            <a:lvl4pPr marL="1755785" indent="0">
              <a:buNone/>
              <a:defRPr sz="2560"/>
            </a:lvl4pPr>
            <a:lvl5pPr marL="2341047" indent="0">
              <a:buNone/>
              <a:defRPr sz="2560"/>
            </a:lvl5pPr>
            <a:lvl6pPr marL="2926309" indent="0">
              <a:buNone/>
              <a:defRPr sz="2560"/>
            </a:lvl6pPr>
            <a:lvl7pPr marL="3511570" indent="0">
              <a:buNone/>
              <a:defRPr sz="2560"/>
            </a:lvl7pPr>
            <a:lvl8pPr marL="4096832" indent="0">
              <a:buNone/>
              <a:defRPr sz="2560"/>
            </a:lvl8pPr>
            <a:lvl9pPr marL="4682094" indent="0">
              <a:buNone/>
              <a:defRPr sz="25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860" y="2633662"/>
            <a:ext cx="4040272" cy="4879186"/>
          </a:xfrm>
        </p:spPr>
        <p:txBody>
          <a:bodyPr/>
          <a:lstStyle>
            <a:lvl1pPr marL="0" indent="0">
              <a:buNone/>
              <a:defRPr sz="2048"/>
            </a:lvl1pPr>
            <a:lvl2pPr marL="585262" indent="0">
              <a:buNone/>
              <a:defRPr sz="1792"/>
            </a:lvl2pPr>
            <a:lvl3pPr marL="1170523" indent="0">
              <a:buNone/>
              <a:defRPr sz="1536"/>
            </a:lvl3pPr>
            <a:lvl4pPr marL="1755785" indent="0">
              <a:buNone/>
              <a:defRPr sz="1280"/>
            </a:lvl4pPr>
            <a:lvl5pPr marL="2341047" indent="0">
              <a:buNone/>
              <a:defRPr sz="1280"/>
            </a:lvl5pPr>
            <a:lvl6pPr marL="2926309" indent="0">
              <a:buNone/>
              <a:defRPr sz="1280"/>
            </a:lvl6pPr>
            <a:lvl7pPr marL="3511570" indent="0">
              <a:buNone/>
              <a:defRPr sz="1280"/>
            </a:lvl7pPr>
            <a:lvl8pPr marL="4096832" indent="0">
              <a:buNone/>
              <a:defRPr sz="1280"/>
            </a:lvl8pPr>
            <a:lvl9pPr marL="4682094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318A-F60D-42C3-BFA7-29447E71C95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FA6F-0D06-42AB-9A09-763A3B36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50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318A-F60D-42C3-BFA7-29447E71C95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FA6F-0D06-42AB-9A09-763A3B36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0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64609" y="467394"/>
            <a:ext cx="2701126" cy="74396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1229" y="467394"/>
            <a:ext cx="7946792" cy="74396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318A-F60D-42C3-BFA7-29447E71C95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FA6F-0D06-42AB-9A09-763A3B36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1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1229" y="467396"/>
            <a:ext cx="10804506" cy="1696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229" y="2336969"/>
            <a:ext cx="10804506" cy="5570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229" y="8136718"/>
            <a:ext cx="2818567" cy="467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5318A-F60D-42C3-BFA7-29447E71C95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49557" y="8136718"/>
            <a:ext cx="4227850" cy="467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47167" y="8136718"/>
            <a:ext cx="2818567" cy="467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0FA6F-0D06-42AB-9A09-763A3B36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40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170523" rtl="0" eaLnBrk="1" latinLnBrk="0" hangingPunct="1">
        <a:lnSpc>
          <a:spcPct val="90000"/>
        </a:lnSpc>
        <a:spcBef>
          <a:spcPct val="0"/>
        </a:spcBef>
        <a:buNone/>
        <a:defRPr sz="56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2631" indent="-292631" algn="l" defTabSz="1170523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3584" kern="1200">
          <a:solidFill>
            <a:schemeClr val="tx1"/>
          </a:solidFill>
          <a:latin typeface="+mn-lt"/>
          <a:ea typeface="+mn-ea"/>
          <a:cs typeface="+mn-cs"/>
        </a:defRPr>
      </a:lvl1pPr>
      <a:lvl2pPr marL="877893" indent="-292631" algn="l" defTabSz="1170523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3072" kern="1200">
          <a:solidFill>
            <a:schemeClr val="tx1"/>
          </a:solidFill>
          <a:latin typeface="+mn-lt"/>
          <a:ea typeface="+mn-ea"/>
          <a:cs typeface="+mn-cs"/>
        </a:defRPr>
      </a:lvl2pPr>
      <a:lvl3pPr marL="1463154" indent="-292631" algn="l" defTabSz="1170523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2048416" indent="-292631" algn="l" defTabSz="1170523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4pPr>
      <a:lvl5pPr marL="2633678" indent="-292631" algn="l" defTabSz="1170523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5pPr>
      <a:lvl6pPr marL="3218939" indent="-292631" algn="l" defTabSz="1170523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6pPr>
      <a:lvl7pPr marL="3804201" indent="-292631" algn="l" defTabSz="1170523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7pPr>
      <a:lvl8pPr marL="4389463" indent="-292631" algn="l" defTabSz="1170523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8pPr>
      <a:lvl9pPr marL="4974725" indent="-292631" algn="l" defTabSz="1170523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70523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1pPr>
      <a:lvl2pPr marL="585262" algn="l" defTabSz="1170523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2pPr>
      <a:lvl3pPr marL="1170523" algn="l" defTabSz="1170523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3pPr>
      <a:lvl4pPr marL="1755785" algn="l" defTabSz="1170523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4pPr>
      <a:lvl5pPr marL="2341047" algn="l" defTabSz="1170523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5pPr>
      <a:lvl6pPr marL="2926309" algn="l" defTabSz="1170523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6pPr>
      <a:lvl7pPr marL="3511570" algn="l" defTabSz="1170523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7pPr>
      <a:lvl8pPr marL="4096832" algn="l" defTabSz="1170523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8pPr>
      <a:lvl9pPr marL="4682094" algn="l" defTabSz="1170523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DF18AE-4B25-7FEC-B738-D6E204572CAD}"/>
              </a:ext>
            </a:extLst>
          </p:cNvPr>
          <p:cNvSpPr/>
          <p:nvPr/>
        </p:nvSpPr>
        <p:spPr>
          <a:xfrm>
            <a:off x="4928750" y="398061"/>
            <a:ext cx="2728452" cy="6980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robot.urdf.xacro</a:t>
            </a:r>
            <a:endParaRPr lang="en-US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1D469C-F666-6AA3-5781-E7F67F03617E}"/>
              </a:ext>
            </a:extLst>
          </p:cNvPr>
          <p:cNvSpPr/>
          <p:nvPr/>
        </p:nvSpPr>
        <p:spPr>
          <a:xfrm>
            <a:off x="676299" y="2272844"/>
            <a:ext cx="2728452" cy="698091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chemeClr val="accent6">
                    <a:lumMod val="50000"/>
                  </a:schemeClr>
                </a:solidFill>
              </a:rPr>
              <a:t>robot_core.xacro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1AB16FC-8D8D-487E-A50F-0F696B225457}"/>
              </a:ext>
            </a:extLst>
          </p:cNvPr>
          <p:cNvGrpSpPr/>
          <p:nvPr/>
        </p:nvGrpSpPr>
        <p:grpSpPr>
          <a:xfrm>
            <a:off x="9200867" y="2006654"/>
            <a:ext cx="2728452" cy="1230468"/>
            <a:chOff x="3561736" y="2198532"/>
            <a:chExt cx="2728452" cy="1230468"/>
          </a:xfrm>
        </p:grpSpPr>
        <p:sp>
          <p:nvSpPr>
            <p:cNvPr id="10" name="Diamond 9">
              <a:extLst>
                <a:ext uri="{FF2B5EF4-FFF2-40B4-BE49-F238E27FC236}">
                  <a16:creationId xmlns:a16="http://schemas.microsoft.com/office/drawing/2014/main" id="{A4D0BBCC-6EC6-6481-3D0A-691922175834}"/>
                </a:ext>
              </a:extLst>
            </p:cNvPr>
            <p:cNvSpPr/>
            <p:nvPr/>
          </p:nvSpPr>
          <p:spPr>
            <a:xfrm>
              <a:off x="3667433" y="2198532"/>
              <a:ext cx="2517058" cy="1230468"/>
            </a:xfrm>
            <a:prstGeom prst="diamond">
              <a:avLst/>
            </a:prstGeom>
            <a:solidFill>
              <a:srgbClr val="FFFF9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F60C8D2-851F-7D55-B8EC-17B0D7C35C90}"/>
                </a:ext>
              </a:extLst>
            </p:cNvPr>
            <p:cNvSpPr txBox="1"/>
            <p:nvPr/>
          </p:nvSpPr>
          <p:spPr>
            <a:xfrm>
              <a:off x="3561736" y="2659877"/>
              <a:ext cx="2728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b="1" dirty="0">
                  <a:solidFill>
                    <a:srgbClr val="CC9B00"/>
                  </a:solidFill>
                </a:rPr>
                <a:t>¿</a:t>
              </a:r>
              <a:r>
                <a:rPr lang="es-ES" sz="1400" b="1" dirty="0" err="1">
                  <a:solidFill>
                    <a:srgbClr val="CC9B00"/>
                  </a:solidFill>
                </a:rPr>
                <a:t>sim_mode</a:t>
              </a:r>
              <a:r>
                <a:rPr lang="es-ES" sz="1400" b="1" dirty="0">
                  <a:solidFill>
                    <a:srgbClr val="CC9B00"/>
                  </a:solidFill>
                </a:rPr>
                <a:t> = true?</a:t>
              </a:r>
              <a:endParaRPr lang="en-US" sz="1400" b="1" dirty="0">
                <a:solidFill>
                  <a:srgbClr val="CC9B00"/>
                </a:solidFill>
              </a:endParaRP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8E2640-5E50-6607-B3D7-E65C6D80D4F7}"/>
              </a:ext>
            </a:extLst>
          </p:cNvPr>
          <p:cNvSpPr/>
          <p:nvPr/>
        </p:nvSpPr>
        <p:spPr>
          <a:xfrm>
            <a:off x="342987" y="4039174"/>
            <a:ext cx="2377440" cy="698091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002060"/>
                </a:solidFill>
              </a:rPr>
              <a:t>ros2_control.xacro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ED8163-213D-7959-7342-4444B6FCA12E}"/>
              </a:ext>
            </a:extLst>
          </p:cNvPr>
          <p:cNvSpPr/>
          <p:nvPr/>
        </p:nvSpPr>
        <p:spPr>
          <a:xfrm>
            <a:off x="3424744" y="4039173"/>
            <a:ext cx="2556388" cy="698091"/>
          </a:xfrm>
          <a:prstGeom prst="roundRect">
            <a:avLst/>
          </a:prstGeom>
          <a:solidFill>
            <a:srgbClr val="D5B8EA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rgbClr val="7030A0"/>
                </a:solidFill>
              </a:rPr>
              <a:t>gazebo_control.xacro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3B0554-B643-3D34-6A58-C728D3C773D9}"/>
              </a:ext>
            </a:extLst>
          </p:cNvPr>
          <p:cNvSpPr/>
          <p:nvPr/>
        </p:nvSpPr>
        <p:spPr>
          <a:xfrm>
            <a:off x="6685449" y="4039173"/>
            <a:ext cx="2377440" cy="698091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002060"/>
                </a:solidFill>
              </a:rPr>
              <a:t>lidar_sim.xacro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89AE92-8A50-8491-780D-485DDFD3BBC4}"/>
              </a:ext>
            </a:extLst>
          </p:cNvPr>
          <p:cNvSpPr/>
          <p:nvPr/>
        </p:nvSpPr>
        <p:spPr>
          <a:xfrm>
            <a:off x="9767205" y="4039172"/>
            <a:ext cx="2377440" cy="698091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lidar.xacro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72107DF1-24FC-EB8F-0545-187F2AB9E036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 flipV="1">
            <a:off x="1531711" y="2911068"/>
            <a:ext cx="4712111" cy="1128105"/>
          </a:xfrm>
          <a:prstGeom prst="curvedConnector2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77C1990-33EF-4A9B-12E0-6E7D898E6890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5101852" y="2838213"/>
            <a:ext cx="802049" cy="159987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00793A18-12B9-12D9-2CEA-4C28A1527D7D}"/>
              </a:ext>
            </a:extLst>
          </p:cNvPr>
          <p:cNvCxnSpPr>
            <a:endCxn id="14" idx="0"/>
          </p:cNvCxnSpPr>
          <p:nvPr/>
        </p:nvCxnSpPr>
        <p:spPr>
          <a:xfrm rot="10800000" flipV="1">
            <a:off x="7874169" y="2970933"/>
            <a:ext cx="2105908" cy="1068239"/>
          </a:xfrm>
          <a:prstGeom prst="curvedConnector2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EFA3028D-F9F7-6839-BD37-31F6B125D94E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 rot="16200000" flipH="1">
            <a:off x="10359489" y="3442729"/>
            <a:ext cx="802047" cy="39083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C0794F2-CF4D-2942-C0B9-FCE7601BDBA9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292979" y="1096152"/>
            <a:ext cx="9833" cy="910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27C1E9CE-815C-D5BA-DC06-3BF3A5E41F78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578405" y="-441729"/>
            <a:ext cx="1176692" cy="425245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1AE538A1-BFB7-D08C-66A7-4F9962B1EC49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rot="16200000" flipH="1">
            <a:off x="7973785" y="-584658"/>
            <a:ext cx="910505" cy="427211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F2F75DF-8B34-0FDD-5659-0BBC5DA640F7}"/>
              </a:ext>
            </a:extLst>
          </p:cNvPr>
          <p:cNvGrpSpPr/>
          <p:nvPr/>
        </p:nvGrpSpPr>
        <p:grpSpPr>
          <a:xfrm>
            <a:off x="167481" y="5190267"/>
            <a:ext cx="2728452" cy="1230468"/>
            <a:chOff x="3561736" y="2198532"/>
            <a:chExt cx="2728452" cy="1230468"/>
          </a:xfrm>
        </p:grpSpPr>
        <p:sp>
          <p:nvSpPr>
            <p:cNvPr id="51" name="Diamond 50">
              <a:extLst>
                <a:ext uri="{FF2B5EF4-FFF2-40B4-BE49-F238E27FC236}">
                  <a16:creationId xmlns:a16="http://schemas.microsoft.com/office/drawing/2014/main" id="{3C946D41-CDD7-7144-FA3B-8E355D17412E}"/>
                </a:ext>
              </a:extLst>
            </p:cNvPr>
            <p:cNvSpPr/>
            <p:nvPr/>
          </p:nvSpPr>
          <p:spPr>
            <a:xfrm>
              <a:off x="3667433" y="2198532"/>
              <a:ext cx="2517058" cy="1230468"/>
            </a:xfrm>
            <a:prstGeom prst="diamond">
              <a:avLst/>
            </a:prstGeom>
            <a:solidFill>
              <a:srgbClr val="FFFF9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0D6D824-8257-B670-3BFD-E9416C25E018}"/>
                </a:ext>
              </a:extLst>
            </p:cNvPr>
            <p:cNvSpPr txBox="1"/>
            <p:nvPr/>
          </p:nvSpPr>
          <p:spPr>
            <a:xfrm>
              <a:off x="3561736" y="2659877"/>
              <a:ext cx="2728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b="1" dirty="0">
                  <a:solidFill>
                    <a:srgbClr val="CC9B00"/>
                  </a:solidFill>
                </a:rPr>
                <a:t>¿</a:t>
              </a:r>
              <a:r>
                <a:rPr lang="es-ES" sz="1400" b="1" dirty="0" err="1">
                  <a:solidFill>
                    <a:srgbClr val="CC9B00"/>
                  </a:solidFill>
                </a:rPr>
                <a:t>sim_mode</a:t>
              </a:r>
              <a:r>
                <a:rPr lang="es-ES" sz="1400" b="1" dirty="0">
                  <a:solidFill>
                    <a:srgbClr val="CC9B00"/>
                  </a:solidFill>
                </a:rPr>
                <a:t> = true?</a:t>
              </a:r>
              <a:endParaRPr lang="en-US" sz="1400" b="1" dirty="0">
                <a:solidFill>
                  <a:srgbClr val="CC9B00"/>
                </a:solidFill>
              </a:endParaRPr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8BFD350-8DDC-1BCC-8DE1-CDE11178AE67}"/>
              </a:ext>
            </a:extLst>
          </p:cNvPr>
          <p:cNvCxnSpPr>
            <a:stCxn id="12" idx="2"/>
            <a:endCxn id="51" idx="0"/>
          </p:cNvCxnSpPr>
          <p:nvPr/>
        </p:nvCxnSpPr>
        <p:spPr>
          <a:xfrm>
            <a:off x="1531707" y="4737263"/>
            <a:ext cx="0" cy="453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51F48AC-6A67-64DB-C767-0714B856E9BD}"/>
              </a:ext>
            </a:extLst>
          </p:cNvPr>
          <p:cNvSpPr/>
          <p:nvPr/>
        </p:nvSpPr>
        <p:spPr>
          <a:xfrm>
            <a:off x="342987" y="6873741"/>
            <a:ext cx="2377440" cy="698091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rgbClr val="002060"/>
                </a:solidFill>
              </a:rPr>
              <a:t>GazeboSystem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594092E-D358-F7E7-4C4B-DFBA661BD083}"/>
              </a:ext>
            </a:extLst>
          </p:cNvPr>
          <p:cNvSpPr/>
          <p:nvPr/>
        </p:nvSpPr>
        <p:spPr>
          <a:xfrm>
            <a:off x="3542268" y="5456456"/>
            <a:ext cx="2377440" cy="698091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rgbClr val="FF0000"/>
                </a:solidFill>
              </a:rPr>
              <a:t>DiffDriveArduino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6BF8FEE-F4BB-1427-5338-954BE4FA7EFE}"/>
              </a:ext>
            </a:extLst>
          </p:cNvPr>
          <p:cNvCxnSpPr>
            <a:cxnSpLocks/>
            <a:stCxn id="52" idx="3"/>
            <a:endCxn id="56" idx="1"/>
          </p:cNvCxnSpPr>
          <p:nvPr/>
        </p:nvCxnSpPr>
        <p:spPr>
          <a:xfrm>
            <a:off x="2895934" y="5805501"/>
            <a:ext cx="64633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C2CEA65-B9BB-15F8-C559-CE3E672295BC}"/>
              </a:ext>
            </a:extLst>
          </p:cNvPr>
          <p:cNvCxnSpPr>
            <a:stCxn id="51" idx="2"/>
            <a:endCxn id="55" idx="0"/>
          </p:cNvCxnSpPr>
          <p:nvPr/>
        </p:nvCxnSpPr>
        <p:spPr>
          <a:xfrm>
            <a:off x="1531707" y="6420735"/>
            <a:ext cx="0" cy="45300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5C2BC0F-AE0E-2DE4-2A5C-3267BA4754A2}"/>
              </a:ext>
            </a:extLst>
          </p:cNvPr>
          <p:cNvGrpSpPr/>
          <p:nvPr/>
        </p:nvGrpSpPr>
        <p:grpSpPr>
          <a:xfrm>
            <a:off x="4938583" y="2006654"/>
            <a:ext cx="2728452" cy="1230468"/>
            <a:chOff x="3561736" y="2198532"/>
            <a:chExt cx="2728452" cy="1230468"/>
          </a:xfrm>
        </p:grpSpPr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4B984F6D-897F-8062-871C-12B14A104498}"/>
                </a:ext>
              </a:extLst>
            </p:cNvPr>
            <p:cNvSpPr/>
            <p:nvPr/>
          </p:nvSpPr>
          <p:spPr>
            <a:xfrm>
              <a:off x="3667433" y="2198532"/>
              <a:ext cx="2517058" cy="1230468"/>
            </a:xfrm>
            <a:prstGeom prst="diamond">
              <a:avLst/>
            </a:prstGeom>
            <a:solidFill>
              <a:srgbClr val="FFFF9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rgbClr val="CC9B0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AD10BD-AEA2-9485-468B-4BF078126282}"/>
                </a:ext>
              </a:extLst>
            </p:cNvPr>
            <p:cNvSpPr txBox="1"/>
            <p:nvPr/>
          </p:nvSpPr>
          <p:spPr>
            <a:xfrm>
              <a:off x="3561736" y="2659877"/>
              <a:ext cx="2728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b="1" dirty="0">
                  <a:solidFill>
                    <a:srgbClr val="C49500"/>
                  </a:solidFill>
                </a:rPr>
                <a:t>¿use_ros2_control = true?</a:t>
              </a:r>
              <a:endParaRPr lang="en-US" sz="1400" b="1" dirty="0">
                <a:solidFill>
                  <a:srgbClr val="C49500"/>
                </a:solidFill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ED7235CF-5C24-9E9E-18FB-84B13D4710DC}"/>
              </a:ext>
            </a:extLst>
          </p:cNvPr>
          <p:cNvSpPr txBox="1"/>
          <p:nvPr/>
        </p:nvSpPr>
        <p:spPr>
          <a:xfrm>
            <a:off x="2932086" y="3223155"/>
            <a:ext cx="39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0B050"/>
                </a:solidFill>
              </a:rPr>
              <a:t>Si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B600AB-9A61-4E5F-83BB-5F7025914E83}"/>
              </a:ext>
            </a:extLst>
          </p:cNvPr>
          <p:cNvSpPr txBox="1"/>
          <p:nvPr/>
        </p:nvSpPr>
        <p:spPr>
          <a:xfrm>
            <a:off x="8191379" y="3003034"/>
            <a:ext cx="39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0B050"/>
                </a:solidFill>
              </a:rPr>
              <a:t>Si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EA67EB-9736-4688-0F97-60E6E4272333}"/>
              </a:ext>
            </a:extLst>
          </p:cNvPr>
          <p:cNvSpPr txBox="1"/>
          <p:nvPr/>
        </p:nvSpPr>
        <p:spPr>
          <a:xfrm>
            <a:off x="5202847" y="3310243"/>
            <a:ext cx="506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No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C9ECCE-0088-5C73-D2EC-DDC9A6B6F324}"/>
              </a:ext>
            </a:extLst>
          </p:cNvPr>
          <p:cNvSpPr txBox="1"/>
          <p:nvPr/>
        </p:nvSpPr>
        <p:spPr>
          <a:xfrm>
            <a:off x="10629644" y="3320385"/>
            <a:ext cx="506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No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04ED623-58A3-AE0A-D5E0-9FE5FD1EE7B2}"/>
              </a:ext>
            </a:extLst>
          </p:cNvPr>
          <p:cNvGrpSpPr/>
          <p:nvPr/>
        </p:nvGrpSpPr>
        <p:grpSpPr>
          <a:xfrm>
            <a:off x="6936004" y="6726873"/>
            <a:ext cx="3092718" cy="1520646"/>
            <a:chOff x="7797577" y="5664526"/>
            <a:chExt cx="3092718" cy="1520646"/>
          </a:xfrm>
        </p:grpSpPr>
        <p:sp>
          <p:nvSpPr>
            <p:cNvPr id="67" name="Diamond 66">
              <a:extLst>
                <a:ext uri="{FF2B5EF4-FFF2-40B4-BE49-F238E27FC236}">
                  <a16:creationId xmlns:a16="http://schemas.microsoft.com/office/drawing/2014/main" id="{58DE6AC4-81EA-ED79-BC8B-797A72868570}"/>
                </a:ext>
              </a:extLst>
            </p:cNvPr>
            <p:cNvSpPr/>
            <p:nvPr/>
          </p:nvSpPr>
          <p:spPr>
            <a:xfrm>
              <a:off x="7797577" y="5664526"/>
              <a:ext cx="660502" cy="364128"/>
            </a:xfrm>
            <a:prstGeom prst="diamond">
              <a:avLst/>
            </a:prstGeom>
            <a:solidFill>
              <a:srgbClr val="FFFF9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339C9C3-3F92-0286-802A-3604EABE0DE2}"/>
                </a:ext>
              </a:extLst>
            </p:cNvPr>
            <p:cNvSpPr txBox="1"/>
            <p:nvPr/>
          </p:nvSpPr>
          <p:spPr>
            <a:xfrm>
              <a:off x="8657575" y="5673737"/>
              <a:ext cx="157002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400" i="1" dirty="0"/>
                <a:t>Condicional</a:t>
              </a:r>
              <a:endParaRPr lang="en-US" sz="1400" i="1" dirty="0"/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8128A7A7-CBC5-464A-0C2A-C31C8BDAE63C}"/>
                </a:ext>
              </a:extLst>
            </p:cNvPr>
            <p:cNvSpPr/>
            <p:nvPr/>
          </p:nvSpPr>
          <p:spPr>
            <a:xfrm>
              <a:off x="7797579" y="6246382"/>
              <a:ext cx="660501" cy="364129"/>
            </a:xfrm>
            <a:prstGeom prst="roundRect">
              <a:avLst/>
            </a:prstGeom>
            <a:solidFill>
              <a:srgbClr val="89FFBE"/>
            </a:solidFill>
            <a:ln w="19050"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41936A8-D29D-DE3C-094A-3710FD589864}"/>
                </a:ext>
              </a:extLst>
            </p:cNvPr>
            <p:cNvSpPr txBox="1"/>
            <p:nvPr/>
          </p:nvSpPr>
          <p:spPr>
            <a:xfrm>
              <a:off x="8695735" y="6274220"/>
              <a:ext cx="219456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400" i="1" dirty="0"/>
                <a:t>Siempre incluido</a:t>
              </a:r>
              <a:endParaRPr lang="en-US" sz="1400" i="1" dirty="0"/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B4E8D82C-AAA5-5812-021C-77E1A38BD390}"/>
                </a:ext>
              </a:extLst>
            </p:cNvPr>
            <p:cNvSpPr/>
            <p:nvPr/>
          </p:nvSpPr>
          <p:spPr>
            <a:xfrm>
              <a:off x="7797579" y="6836127"/>
              <a:ext cx="660501" cy="349045"/>
            </a:xfrm>
            <a:prstGeom prst="roundRect">
              <a:avLst/>
            </a:prstGeom>
            <a:solidFill>
              <a:srgbClr val="FFB7B7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FE4735D-92EF-A2E6-6CC5-16940449D1F7}"/>
                </a:ext>
              </a:extLst>
            </p:cNvPr>
            <p:cNvSpPr txBox="1"/>
            <p:nvPr/>
          </p:nvSpPr>
          <p:spPr>
            <a:xfrm>
              <a:off x="8695735" y="6851514"/>
              <a:ext cx="219456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400" i="1" dirty="0"/>
                <a:t>Hardware real</a:t>
              </a:r>
              <a:endParaRPr lang="en-US" sz="1400" i="1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F1E3792-0CE1-C278-6A05-EEE6C82F4C84}"/>
              </a:ext>
            </a:extLst>
          </p:cNvPr>
          <p:cNvGrpSpPr/>
          <p:nvPr/>
        </p:nvGrpSpPr>
        <p:grpSpPr>
          <a:xfrm>
            <a:off x="9589180" y="6759234"/>
            <a:ext cx="3094438" cy="938792"/>
            <a:chOff x="7797579" y="7385297"/>
            <a:chExt cx="3094438" cy="938792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10C9389B-CC3F-91D5-763E-C693EBCFAA1F}"/>
                </a:ext>
              </a:extLst>
            </p:cNvPr>
            <p:cNvSpPr/>
            <p:nvPr/>
          </p:nvSpPr>
          <p:spPr>
            <a:xfrm>
              <a:off x="7797579" y="7385297"/>
              <a:ext cx="660501" cy="369332"/>
            </a:xfrm>
            <a:prstGeom prst="roundRect">
              <a:avLst/>
            </a:prstGeom>
            <a:solidFill>
              <a:srgbClr val="B7CFFF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rgbClr val="002060"/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071CC68-6ACE-3FA5-E54D-F7E7DE58093D}"/>
                </a:ext>
              </a:extLst>
            </p:cNvPr>
            <p:cNvSpPr txBox="1"/>
            <p:nvPr/>
          </p:nvSpPr>
          <p:spPr>
            <a:xfrm>
              <a:off x="8697457" y="7394630"/>
              <a:ext cx="219456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400" i="1" dirty="0"/>
                <a:t>Simulación</a:t>
              </a:r>
              <a:endParaRPr lang="en-US" sz="1400" i="1" dirty="0"/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AE5ECB19-9CBD-50C5-5964-9C0B955825C7}"/>
                </a:ext>
              </a:extLst>
            </p:cNvPr>
            <p:cNvSpPr/>
            <p:nvPr/>
          </p:nvSpPr>
          <p:spPr>
            <a:xfrm>
              <a:off x="7797579" y="7954758"/>
              <a:ext cx="660501" cy="369331"/>
            </a:xfrm>
            <a:prstGeom prst="roundRect">
              <a:avLst/>
            </a:prstGeom>
            <a:solidFill>
              <a:srgbClr val="D5B8EA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rgbClr val="7030A0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6FEBDC9-DA03-44FD-971F-1CD2B2285846}"/>
                </a:ext>
              </a:extLst>
            </p:cNvPr>
            <p:cNvSpPr txBox="1"/>
            <p:nvPr/>
          </p:nvSpPr>
          <p:spPr>
            <a:xfrm>
              <a:off x="8695735" y="7970144"/>
              <a:ext cx="219456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400" i="1" dirty="0"/>
                <a:t>Plugin alternativo</a:t>
              </a:r>
              <a:endParaRPr lang="en-US" sz="1400" i="1" dirty="0"/>
            </a:p>
          </p:txBody>
        </p:sp>
      </p:grp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E6B52E6-545D-06E9-73BE-C39E1BBE63B6}"/>
              </a:ext>
            </a:extLst>
          </p:cNvPr>
          <p:cNvSpPr/>
          <p:nvPr/>
        </p:nvSpPr>
        <p:spPr>
          <a:xfrm>
            <a:off x="6653556" y="6076894"/>
            <a:ext cx="5537389" cy="2453647"/>
          </a:xfrm>
          <a:prstGeom prst="roundRect">
            <a:avLst>
              <a:gd name="adj" fmla="val 7552"/>
            </a:avLst>
          </a:prstGeom>
          <a:noFill/>
          <a:ln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3006CC1-D629-8E67-5E55-B0BFA572D40D}"/>
              </a:ext>
            </a:extLst>
          </p:cNvPr>
          <p:cNvSpPr txBox="1"/>
          <p:nvPr/>
        </p:nvSpPr>
        <p:spPr>
          <a:xfrm>
            <a:off x="6867152" y="6162703"/>
            <a:ext cx="1570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i="1" dirty="0"/>
              <a:t>Leyenda</a:t>
            </a:r>
            <a:r>
              <a:rPr lang="es-ES" sz="1600" b="1" dirty="0"/>
              <a:t>:</a:t>
            </a:r>
            <a:endParaRPr lang="en-US" sz="16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9D1799-6CDF-15F8-9BFA-9BB2DAF719B5}"/>
              </a:ext>
            </a:extLst>
          </p:cNvPr>
          <p:cNvSpPr txBox="1"/>
          <p:nvPr/>
        </p:nvSpPr>
        <p:spPr>
          <a:xfrm>
            <a:off x="342989" y="7817731"/>
            <a:ext cx="5959824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400" i="1" dirty="0"/>
              <a:t>Nota: En todos los casos, el resto del sistema (SLAM, Nav2, </a:t>
            </a:r>
            <a:r>
              <a:rPr lang="es-ES" sz="1400" i="1" dirty="0" err="1"/>
              <a:t>teleoperacion</a:t>
            </a:r>
            <a:r>
              <a:rPr lang="es-ES" sz="1400" i="1" dirty="0"/>
              <a:t>) recibe /</a:t>
            </a:r>
            <a:r>
              <a:rPr lang="es-ES" sz="1400" i="1" dirty="0" err="1"/>
              <a:t>cmd_vel</a:t>
            </a:r>
            <a:r>
              <a:rPr lang="es-ES" sz="1400" i="1" dirty="0"/>
              <a:t>, /</a:t>
            </a:r>
            <a:r>
              <a:rPr lang="es-ES" sz="1400" i="1" dirty="0" err="1"/>
              <a:t>odom</a:t>
            </a:r>
            <a:r>
              <a:rPr lang="es-ES" sz="1400" i="1" dirty="0"/>
              <a:t> y /</a:t>
            </a:r>
            <a:r>
              <a:rPr lang="es-ES" sz="1400" i="1" dirty="0" err="1"/>
              <a:t>scan</a:t>
            </a:r>
            <a:r>
              <a:rPr lang="es-ES" sz="1400" i="1" dirty="0"/>
              <a:t>, y opera de forma idéntica independiente del </a:t>
            </a:r>
            <a:r>
              <a:rPr lang="es-ES" sz="1400" i="1" dirty="0" err="1"/>
              <a:t>backend</a:t>
            </a:r>
            <a:r>
              <a:rPr lang="es-ES" sz="1400" i="1" dirty="0"/>
              <a:t> seleccionado</a:t>
            </a:r>
            <a:endParaRPr lang="en-US" sz="1400" i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28D0DD4-B61F-F1C9-C99E-E500CDFDABC4}"/>
              </a:ext>
            </a:extLst>
          </p:cNvPr>
          <p:cNvSpPr txBox="1"/>
          <p:nvPr/>
        </p:nvSpPr>
        <p:spPr>
          <a:xfrm>
            <a:off x="1132719" y="6442691"/>
            <a:ext cx="39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0B050"/>
                </a:solidFill>
              </a:rPr>
              <a:t>Si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4A41868-876F-B440-4468-6ACAF58FFC48}"/>
              </a:ext>
            </a:extLst>
          </p:cNvPr>
          <p:cNvSpPr txBox="1"/>
          <p:nvPr/>
        </p:nvSpPr>
        <p:spPr>
          <a:xfrm>
            <a:off x="2913174" y="5464232"/>
            <a:ext cx="506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No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ADB152B5-0346-E559-E8F7-9E5AEA285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601" y="5202532"/>
            <a:ext cx="435392" cy="435392"/>
          </a:xfrm>
          <a:prstGeom prst="rect">
            <a:avLst/>
          </a:prstGeom>
        </p:spPr>
      </p:pic>
      <p:pic>
        <p:nvPicPr>
          <p:cNvPr id="86" name="Picture 2">
            <a:extLst>
              <a:ext uri="{FF2B5EF4-FFF2-40B4-BE49-F238E27FC236}">
                <a16:creationId xmlns:a16="http://schemas.microsoft.com/office/drawing/2014/main" id="{377EBF9E-0DB3-4B20-BA9C-4D6FF7B2B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236" y="6857821"/>
            <a:ext cx="479806" cy="689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2341027F-5F66-473B-DF91-21336F1F7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2166" y="3563174"/>
            <a:ext cx="636867" cy="63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282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315</TotalTime>
  <Words>109</Words>
  <Application>Microsoft Office PowerPoint</Application>
  <PresentationFormat>Custom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Valderas</dc:creator>
  <cp:lastModifiedBy>Sebastian Valderas</cp:lastModifiedBy>
  <cp:revision>6</cp:revision>
  <dcterms:created xsi:type="dcterms:W3CDTF">2026-03-23T20:00:08Z</dcterms:created>
  <dcterms:modified xsi:type="dcterms:W3CDTF">2026-03-24T02:04:44Z</dcterms:modified>
</cp:coreProperties>
</file>