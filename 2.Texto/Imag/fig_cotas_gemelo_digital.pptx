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6" r:id="rId1"/>
  </p:sldMasterIdLst>
  <p:sldIdLst>
    <p:sldId id="256" r:id="rId2"/>
  </p:sldIdLst>
  <p:sldSz cx="15179675" cy="12801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963" autoAdjust="0"/>
    <p:restoredTop sz="94660"/>
  </p:normalViewPr>
  <p:slideViewPr>
    <p:cSldViewPr snapToGrid="0">
      <p:cViewPr>
        <p:scale>
          <a:sx n="50" d="100"/>
          <a:sy n="50" d="100"/>
        </p:scale>
        <p:origin x="1925" y="-5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8476" y="2095078"/>
            <a:ext cx="12902724" cy="4456853"/>
          </a:xfrm>
        </p:spPr>
        <p:txBody>
          <a:bodyPr anchor="b"/>
          <a:lstStyle>
            <a:lvl1pPr algn="ctr">
              <a:defRPr sz="996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97460" y="6723804"/>
            <a:ext cx="11384756" cy="3090756"/>
          </a:xfrm>
        </p:spPr>
        <p:txBody>
          <a:bodyPr/>
          <a:lstStyle>
            <a:lvl1pPr marL="0" indent="0" algn="ctr">
              <a:buNone/>
              <a:defRPr sz="3984"/>
            </a:lvl1pPr>
            <a:lvl2pPr marL="758998" indent="0" algn="ctr">
              <a:buNone/>
              <a:defRPr sz="3320"/>
            </a:lvl2pPr>
            <a:lvl3pPr marL="1517995" indent="0" algn="ctr">
              <a:buNone/>
              <a:defRPr sz="2988"/>
            </a:lvl3pPr>
            <a:lvl4pPr marL="2276993" indent="0" algn="ctr">
              <a:buNone/>
              <a:defRPr sz="2656"/>
            </a:lvl4pPr>
            <a:lvl5pPr marL="3035991" indent="0" algn="ctr">
              <a:buNone/>
              <a:defRPr sz="2656"/>
            </a:lvl5pPr>
            <a:lvl6pPr marL="3794989" indent="0" algn="ctr">
              <a:buNone/>
              <a:defRPr sz="2656"/>
            </a:lvl6pPr>
            <a:lvl7pPr marL="4553986" indent="0" algn="ctr">
              <a:buNone/>
              <a:defRPr sz="2656"/>
            </a:lvl7pPr>
            <a:lvl8pPr marL="5312984" indent="0" algn="ctr">
              <a:buNone/>
              <a:defRPr sz="2656"/>
            </a:lvl8pPr>
            <a:lvl9pPr marL="6071982" indent="0" algn="ctr">
              <a:buNone/>
              <a:defRPr sz="265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F14D5-5CF0-41A7-A1FF-17E09F631287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20790-587F-4DD6-8417-61E6CD141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285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F14D5-5CF0-41A7-A1FF-17E09F631287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20790-587F-4DD6-8417-61E6CD141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545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5697" y="3191514"/>
            <a:ext cx="13092470" cy="5325109"/>
          </a:xfrm>
        </p:spPr>
        <p:txBody>
          <a:bodyPr anchor="b"/>
          <a:lstStyle>
            <a:lvl1pPr>
              <a:defRPr sz="996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5697" y="8567000"/>
            <a:ext cx="13092470" cy="2800349"/>
          </a:xfrm>
        </p:spPr>
        <p:txBody>
          <a:bodyPr/>
          <a:lstStyle>
            <a:lvl1pPr marL="0" indent="0">
              <a:buNone/>
              <a:defRPr sz="3984">
                <a:solidFill>
                  <a:schemeClr val="tx1">
                    <a:tint val="82000"/>
                  </a:schemeClr>
                </a:solidFill>
              </a:defRPr>
            </a:lvl1pPr>
            <a:lvl2pPr marL="758998" indent="0">
              <a:buNone/>
              <a:defRPr sz="3320">
                <a:solidFill>
                  <a:schemeClr val="tx1">
                    <a:tint val="82000"/>
                  </a:schemeClr>
                </a:solidFill>
              </a:defRPr>
            </a:lvl2pPr>
            <a:lvl3pPr marL="1517995" indent="0">
              <a:buNone/>
              <a:defRPr sz="2988">
                <a:solidFill>
                  <a:schemeClr val="tx1">
                    <a:tint val="82000"/>
                  </a:schemeClr>
                </a:solidFill>
              </a:defRPr>
            </a:lvl3pPr>
            <a:lvl4pPr marL="2276993" indent="0">
              <a:buNone/>
              <a:defRPr sz="2656">
                <a:solidFill>
                  <a:schemeClr val="tx1">
                    <a:tint val="82000"/>
                  </a:schemeClr>
                </a:solidFill>
              </a:defRPr>
            </a:lvl4pPr>
            <a:lvl5pPr marL="3035991" indent="0">
              <a:buNone/>
              <a:defRPr sz="2656">
                <a:solidFill>
                  <a:schemeClr val="tx1">
                    <a:tint val="82000"/>
                  </a:schemeClr>
                </a:solidFill>
              </a:defRPr>
            </a:lvl5pPr>
            <a:lvl6pPr marL="3794989" indent="0">
              <a:buNone/>
              <a:defRPr sz="2656">
                <a:solidFill>
                  <a:schemeClr val="tx1">
                    <a:tint val="82000"/>
                  </a:schemeClr>
                </a:solidFill>
              </a:defRPr>
            </a:lvl6pPr>
            <a:lvl7pPr marL="4553986" indent="0">
              <a:buNone/>
              <a:defRPr sz="2656">
                <a:solidFill>
                  <a:schemeClr val="tx1">
                    <a:tint val="82000"/>
                  </a:schemeClr>
                </a:solidFill>
              </a:defRPr>
            </a:lvl7pPr>
            <a:lvl8pPr marL="5312984" indent="0">
              <a:buNone/>
              <a:defRPr sz="2656">
                <a:solidFill>
                  <a:schemeClr val="tx1">
                    <a:tint val="82000"/>
                  </a:schemeClr>
                </a:solidFill>
              </a:defRPr>
            </a:lvl8pPr>
            <a:lvl9pPr marL="6071982" indent="0">
              <a:buNone/>
              <a:defRPr sz="265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F14D5-5CF0-41A7-A1FF-17E09F631287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20790-587F-4DD6-8417-61E6CD141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539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43603" y="3407833"/>
            <a:ext cx="6451362" cy="81224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4710" y="3407833"/>
            <a:ext cx="6451362" cy="81224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F14D5-5CF0-41A7-A1FF-17E09F631287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20790-587F-4DD6-8417-61E6CD141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080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5580" y="681570"/>
            <a:ext cx="13092470" cy="247438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5581" y="3138171"/>
            <a:ext cx="6421713" cy="1537969"/>
          </a:xfrm>
        </p:spPr>
        <p:txBody>
          <a:bodyPr anchor="b"/>
          <a:lstStyle>
            <a:lvl1pPr marL="0" indent="0">
              <a:buNone/>
              <a:defRPr sz="3984" b="1"/>
            </a:lvl1pPr>
            <a:lvl2pPr marL="758998" indent="0">
              <a:buNone/>
              <a:defRPr sz="3320" b="1"/>
            </a:lvl2pPr>
            <a:lvl3pPr marL="1517995" indent="0">
              <a:buNone/>
              <a:defRPr sz="2988" b="1"/>
            </a:lvl3pPr>
            <a:lvl4pPr marL="2276993" indent="0">
              <a:buNone/>
              <a:defRPr sz="2656" b="1"/>
            </a:lvl4pPr>
            <a:lvl5pPr marL="3035991" indent="0">
              <a:buNone/>
              <a:defRPr sz="2656" b="1"/>
            </a:lvl5pPr>
            <a:lvl6pPr marL="3794989" indent="0">
              <a:buNone/>
              <a:defRPr sz="2656" b="1"/>
            </a:lvl6pPr>
            <a:lvl7pPr marL="4553986" indent="0">
              <a:buNone/>
              <a:defRPr sz="2656" b="1"/>
            </a:lvl7pPr>
            <a:lvl8pPr marL="5312984" indent="0">
              <a:buNone/>
              <a:defRPr sz="2656" b="1"/>
            </a:lvl8pPr>
            <a:lvl9pPr marL="6071982" indent="0">
              <a:buNone/>
              <a:defRPr sz="265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5581" y="4676140"/>
            <a:ext cx="6421713" cy="68778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84711" y="3138171"/>
            <a:ext cx="6453339" cy="1537969"/>
          </a:xfrm>
        </p:spPr>
        <p:txBody>
          <a:bodyPr anchor="b"/>
          <a:lstStyle>
            <a:lvl1pPr marL="0" indent="0">
              <a:buNone/>
              <a:defRPr sz="3984" b="1"/>
            </a:lvl1pPr>
            <a:lvl2pPr marL="758998" indent="0">
              <a:buNone/>
              <a:defRPr sz="3320" b="1"/>
            </a:lvl2pPr>
            <a:lvl3pPr marL="1517995" indent="0">
              <a:buNone/>
              <a:defRPr sz="2988" b="1"/>
            </a:lvl3pPr>
            <a:lvl4pPr marL="2276993" indent="0">
              <a:buNone/>
              <a:defRPr sz="2656" b="1"/>
            </a:lvl4pPr>
            <a:lvl5pPr marL="3035991" indent="0">
              <a:buNone/>
              <a:defRPr sz="2656" b="1"/>
            </a:lvl5pPr>
            <a:lvl6pPr marL="3794989" indent="0">
              <a:buNone/>
              <a:defRPr sz="2656" b="1"/>
            </a:lvl6pPr>
            <a:lvl7pPr marL="4553986" indent="0">
              <a:buNone/>
              <a:defRPr sz="2656" b="1"/>
            </a:lvl7pPr>
            <a:lvl8pPr marL="5312984" indent="0">
              <a:buNone/>
              <a:defRPr sz="2656" b="1"/>
            </a:lvl8pPr>
            <a:lvl9pPr marL="6071982" indent="0">
              <a:buNone/>
              <a:defRPr sz="265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84711" y="4676140"/>
            <a:ext cx="6453339" cy="68778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F14D5-5CF0-41A7-A1FF-17E09F631287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20790-587F-4DD6-8417-61E6CD141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593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F14D5-5CF0-41A7-A1FF-17E09F631287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20790-587F-4DD6-8417-61E6CD141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05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F14D5-5CF0-41A7-A1FF-17E09F631287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20790-587F-4DD6-8417-61E6CD141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613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5580" y="853440"/>
            <a:ext cx="4895840" cy="2987040"/>
          </a:xfrm>
        </p:spPr>
        <p:txBody>
          <a:bodyPr anchor="b"/>
          <a:lstStyle>
            <a:lvl1pPr>
              <a:defRPr sz="531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53339" y="1843196"/>
            <a:ext cx="7684710" cy="9097433"/>
          </a:xfrm>
        </p:spPr>
        <p:txBody>
          <a:bodyPr/>
          <a:lstStyle>
            <a:lvl1pPr>
              <a:defRPr sz="5312"/>
            </a:lvl1pPr>
            <a:lvl2pPr>
              <a:defRPr sz="4648"/>
            </a:lvl2pPr>
            <a:lvl3pPr>
              <a:defRPr sz="3984"/>
            </a:lvl3pPr>
            <a:lvl4pPr>
              <a:defRPr sz="3320"/>
            </a:lvl4pPr>
            <a:lvl5pPr>
              <a:defRPr sz="3320"/>
            </a:lvl5pPr>
            <a:lvl6pPr>
              <a:defRPr sz="3320"/>
            </a:lvl6pPr>
            <a:lvl7pPr>
              <a:defRPr sz="3320"/>
            </a:lvl7pPr>
            <a:lvl8pPr>
              <a:defRPr sz="3320"/>
            </a:lvl8pPr>
            <a:lvl9pPr>
              <a:defRPr sz="33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5580" y="3840480"/>
            <a:ext cx="4895840" cy="7114964"/>
          </a:xfrm>
        </p:spPr>
        <p:txBody>
          <a:bodyPr/>
          <a:lstStyle>
            <a:lvl1pPr marL="0" indent="0">
              <a:buNone/>
              <a:defRPr sz="2656"/>
            </a:lvl1pPr>
            <a:lvl2pPr marL="758998" indent="0">
              <a:buNone/>
              <a:defRPr sz="2324"/>
            </a:lvl2pPr>
            <a:lvl3pPr marL="1517995" indent="0">
              <a:buNone/>
              <a:defRPr sz="1992"/>
            </a:lvl3pPr>
            <a:lvl4pPr marL="2276993" indent="0">
              <a:buNone/>
              <a:defRPr sz="1660"/>
            </a:lvl4pPr>
            <a:lvl5pPr marL="3035991" indent="0">
              <a:buNone/>
              <a:defRPr sz="1660"/>
            </a:lvl5pPr>
            <a:lvl6pPr marL="3794989" indent="0">
              <a:buNone/>
              <a:defRPr sz="1660"/>
            </a:lvl6pPr>
            <a:lvl7pPr marL="4553986" indent="0">
              <a:buNone/>
              <a:defRPr sz="1660"/>
            </a:lvl7pPr>
            <a:lvl8pPr marL="5312984" indent="0">
              <a:buNone/>
              <a:defRPr sz="1660"/>
            </a:lvl8pPr>
            <a:lvl9pPr marL="6071982" indent="0">
              <a:buNone/>
              <a:defRPr sz="16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F14D5-5CF0-41A7-A1FF-17E09F631287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20790-587F-4DD6-8417-61E6CD141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653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5580" y="853440"/>
            <a:ext cx="4895840" cy="2987040"/>
          </a:xfrm>
        </p:spPr>
        <p:txBody>
          <a:bodyPr anchor="b"/>
          <a:lstStyle>
            <a:lvl1pPr>
              <a:defRPr sz="531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53339" y="1843196"/>
            <a:ext cx="7684710" cy="9097433"/>
          </a:xfrm>
        </p:spPr>
        <p:txBody>
          <a:bodyPr anchor="t"/>
          <a:lstStyle>
            <a:lvl1pPr marL="0" indent="0">
              <a:buNone/>
              <a:defRPr sz="5312"/>
            </a:lvl1pPr>
            <a:lvl2pPr marL="758998" indent="0">
              <a:buNone/>
              <a:defRPr sz="4648"/>
            </a:lvl2pPr>
            <a:lvl3pPr marL="1517995" indent="0">
              <a:buNone/>
              <a:defRPr sz="3984"/>
            </a:lvl3pPr>
            <a:lvl4pPr marL="2276993" indent="0">
              <a:buNone/>
              <a:defRPr sz="3320"/>
            </a:lvl4pPr>
            <a:lvl5pPr marL="3035991" indent="0">
              <a:buNone/>
              <a:defRPr sz="3320"/>
            </a:lvl5pPr>
            <a:lvl6pPr marL="3794989" indent="0">
              <a:buNone/>
              <a:defRPr sz="3320"/>
            </a:lvl6pPr>
            <a:lvl7pPr marL="4553986" indent="0">
              <a:buNone/>
              <a:defRPr sz="3320"/>
            </a:lvl7pPr>
            <a:lvl8pPr marL="5312984" indent="0">
              <a:buNone/>
              <a:defRPr sz="3320"/>
            </a:lvl8pPr>
            <a:lvl9pPr marL="6071982" indent="0">
              <a:buNone/>
              <a:defRPr sz="33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5580" y="3840480"/>
            <a:ext cx="4895840" cy="7114964"/>
          </a:xfrm>
        </p:spPr>
        <p:txBody>
          <a:bodyPr/>
          <a:lstStyle>
            <a:lvl1pPr marL="0" indent="0">
              <a:buNone/>
              <a:defRPr sz="2656"/>
            </a:lvl1pPr>
            <a:lvl2pPr marL="758998" indent="0">
              <a:buNone/>
              <a:defRPr sz="2324"/>
            </a:lvl2pPr>
            <a:lvl3pPr marL="1517995" indent="0">
              <a:buNone/>
              <a:defRPr sz="1992"/>
            </a:lvl3pPr>
            <a:lvl4pPr marL="2276993" indent="0">
              <a:buNone/>
              <a:defRPr sz="1660"/>
            </a:lvl4pPr>
            <a:lvl5pPr marL="3035991" indent="0">
              <a:buNone/>
              <a:defRPr sz="1660"/>
            </a:lvl5pPr>
            <a:lvl6pPr marL="3794989" indent="0">
              <a:buNone/>
              <a:defRPr sz="1660"/>
            </a:lvl6pPr>
            <a:lvl7pPr marL="4553986" indent="0">
              <a:buNone/>
              <a:defRPr sz="1660"/>
            </a:lvl7pPr>
            <a:lvl8pPr marL="5312984" indent="0">
              <a:buNone/>
              <a:defRPr sz="1660"/>
            </a:lvl8pPr>
            <a:lvl9pPr marL="6071982" indent="0">
              <a:buNone/>
              <a:defRPr sz="16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F14D5-5CF0-41A7-A1FF-17E09F631287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20790-587F-4DD6-8417-61E6CD141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220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F14D5-5CF0-41A7-A1FF-17E09F631287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20790-587F-4DD6-8417-61E6CD141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634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862956" y="681567"/>
            <a:ext cx="3273117" cy="108487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43604" y="681567"/>
            <a:ext cx="9629606" cy="108487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F14D5-5CF0-41A7-A1FF-17E09F631287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20790-587F-4DD6-8417-61E6CD141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319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603" y="681570"/>
            <a:ext cx="13092470" cy="2474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603" y="3407833"/>
            <a:ext cx="13092470" cy="8122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43603" y="11865189"/>
            <a:ext cx="3415427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9F14D5-5CF0-41A7-A1FF-17E09F631287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28268" y="11865189"/>
            <a:ext cx="512314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0645" y="11865189"/>
            <a:ext cx="3415427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020790-587F-4DD6-8417-61E6CD141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584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txStyles>
    <p:titleStyle>
      <a:lvl1pPr algn="l" defTabSz="1517995" rtl="0" eaLnBrk="1" latinLnBrk="0" hangingPunct="1">
        <a:lnSpc>
          <a:spcPct val="90000"/>
        </a:lnSpc>
        <a:spcBef>
          <a:spcPct val="0"/>
        </a:spcBef>
        <a:buNone/>
        <a:defRPr sz="730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9499" indent="-379499" algn="l" defTabSz="1517995" rtl="0" eaLnBrk="1" latinLnBrk="0" hangingPunct="1">
        <a:lnSpc>
          <a:spcPct val="90000"/>
        </a:lnSpc>
        <a:spcBef>
          <a:spcPts val="1660"/>
        </a:spcBef>
        <a:buFont typeface="Arial" panose="020B0604020202020204" pitchFamily="34" charset="0"/>
        <a:buChar char="•"/>
        <a:defRPr sz="4648" kern="1200">
          <a:solidFill>
            <a:schemeClr val="tx1"/>
          </a:solidFill>
          <a:latin typeface="+mn-lt"/>
          <a:ea typeface="+mn-ea"/>
          <a:cs typeface="+mn-cs"/>
        </a:defRPr>
      </a:lvl1pPr>
      <a:lvl2pPr marL="1138497" indent="-379499" algn="l" defTabSz="1517995" rtl="0" eaLnBrk="1" latinLnBrk="0" hangingPunct="1">
        <a:lnSpc>
          <a:spcPct val="90000"/>
        </a:lnSpc>
        <a:spcBef>
          <a:spcPts val="830"/>
        </a:spcBef>
        <a:buFont typeface="Arial" panose="020B0604020202020204" pitchFamily="34" charset="0"/>
        <a:buChar char="•"/>
        <a:defRPr sz="3984" kern="1200">
          <a:solidFill>
            <a:schemeClr val="tx1"/>
          </a:solidFill>
          <a:latin typeface="+mn-lt"/>
          <a:ea typeface="+mn-ea"/>
          <a:cs typeface="+mn-cs"/>
        </a:defRPr>
      </a:lvl2pPr>
      <a:lvl3pPr marL="1897494" indent="-379499" algn="l" defTabSz="1517995" rtl="0" eaLnBrk="1" latinLnBrk="0" hangingPunct="1">
        <a:lnSpc>
          <a:spcPct val="90000"/>
        </a:lnSpc>
        <a:spcBef>
          <a:spcPts val="830"/>
        </a:spcBef>
        <a:buFont typeface="Arial" panose="020B0604020202020204" pitchFamily="34" charset="0"/>
        <a:buChar char="•"/>
        <a:defRPr sz="3320" kern="1200">
          <a:solidFill>
            <a:schemeClr val="tx1"/>
          </a:solidFill>
          <a:latin typeface="+mn-lt"/>
          <a:ea typeface="+mn-ea"/>
          <a:cs typeface="+mn-cs"/>
        </a:defRPr>
      </a:lvl3pPr>
      <a:lvl4pPr marL="2656492" indent="-379499" algn="l" defTabSz="1517995" rtl="0" eaLnBrk="1" latinLnBrk="0" hangingPunct="1">
        <a:lnSpc>
          <a:spcPct val="90000"/>
        </a:lnSpc>
        <a:spcBef>
          <a:spcPts val="830"/>
        </a:spcBef>
        <a:buFont typeface="Arial" panose="020B0604020202020204" pitchFamily="34" charset="0"/>
        <a:buChar char="•"/>
        <a:defRPr sz="2988" kern="1200">
          <a:solidFill>
            <a:schemeClr val="tx1"/>
          </a:solidFill>
          <a:latin typeface="+mn-lt"/>
          <a:ea typeface="+mn-ea"/>
          <a:cs typeface="+mn-cs"/>
        </a:defRPr>
      </a:lvl4pPr>
      <a:lvl5pPr marL="3415490" indent="-379499" algn="l" defTabSz="1517995" rtl="0" eaLnBrk="1" latinLnBrk="0" hangingPunct="1">
        <a:lnSpc>
          <a:spcPct val="90000"/>
        </a:lnSpc>
        <a:spcBef>
          <a:spcPts val="830"/>
        </a:spcBef>
        <a:buFont typeface="Arial" panose="020B0604020202020204" pitchFamily="34" charset="0"/>
        <a:buChar char="•"/>
        <a:defRPr sz="2988" kern="1200">
          <a:solidFill>
            <a:schemeClr val="tx1"/>
          </a:solidFill>
          <a:latin typeface="+mn-lt"/>
          <a:ea typeface="+mn-ea"/>
          <a:cs typeface="+mn-cs"/>
        </a:defRPr>
      </a:lvl5pPr>
      <a:lvl6pPr marL="4174487" indent="-379499" algn="l" defTabSz="1517995" rtl="0" eaLnBrk="1" latinLnBrk="0" hangingPunct="1">
        <a:lnSpc>
          <a:spcPct val="90000"/>
        </a:lnSpc>
        <a:spcBef>
          <a:spcPts val="830"/>
        </a:spcBef>
        <a:buFont typeface="Arial" panose="020B0604020202020204" pitchFamily="34" charset="0"/>
        <a:buChar char="•"/>
        <a:defRPr sz="2988" kern="1200">
          <a:solidFill>
            <a:schemeClr val="tx1"/>
          </a:solidFill>
          <a:latin typeface="+mn-lt"/>
          <a:ea typeface="+mn-ea"/>
          <a:cs typeface="+mn-cs"/>
        </a:defRPr>
      </a:lvl6pPr>
      <a:lvl7pPr marL="4933485" indent="-379499" algn="l" defTabSz="1517995" rtl="0" eaLnBrk="1" latinLnBrk="0" hangingPunct="1">
        <a:lnSpc>
          <a:spcPct val="90000"/>
        </a:lnSpc>
        <a:spcBef>
          <a:spcPts val="830"/>
        </a:spcBef>
        <a:buFont typeface="Arial" panose="020B0604020202020204" pitchFamily="34" charset="0"/>
        <a:buChar char="•"/>
        <a:defRPr sz="2988" kern="1200">
          <a:solidFill>
            <a:schemeClr val="tx1"/>
          </a:solidFill>
          <a:latin typeface="+mn-lt"/>
          <a:ea typeface="+mn-ea"/>
          <a:cs typeface="+mn-cs"/>
        </a:defRPr>
      </a:lvl7pPr>
      <a:lvl8pPr marL="5692483" indent="-379499" algn="l" defTabSz="1517995" rtl="0" eaLnBrk="1" latinLnBrk="0" hangingPunct="1">
        <a:lnSpc>
          <a:spcPct val="90000"/>
        </a:lnSpc>
        <a:spcBef>
          <a:spcPts val="830"/>
        </a:spcBef>
        <a:buFont typeface="Arial" panose="020B0604020202020204" pitchFamily="34" charset="0"/>
        <a:buChar char="•"/>
        <a:defRPr sz="2988" kern="1200">
          <a:solidFill>
            <a:schemeClr val="tx1"/>
          </a:solidFill>
          <a:latin typeface="+mn-lt"/>
          <a:ea typeface="+mn-ea"/>
          <a:cs typeface="+mn-cs"/>
        </a:defRPr>
      </a:lvl8pPr>
      <a:lvl9pPr marL="6451481" indent="-379499" algn="l" defTabSz="1517995" rtl="0" eaLnBrk="1" latinLnBrk="0" hangingPunct="1">
        <a:lnSpc>
          <a:spcPct val="90000"/>
        </a:lnSpc>
        <a:spcBef>
          <a:spcPts val="830"/>
        </a:spcBef>
        <a:buFont typeface="Arial" panose="020B0604020202020204" pitchFamily="34" charset="0"/>
        <a:buChar char="•"/>
        <a:defRPr sz="29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17995" rtl="0" eaLnBrk="1" latinLnBrk="0" hangingPunct="1">
        <a:defRPr sz="2988" kern="1200">
          <a:solidFill>
            <a:schemeClr val="tx1"/>
          </a:solidFill>
          <a:latin typeface="+mn-lt"/>
          <a:ea typeface="+mn-ea"/>
          <a:cs typeface="+mn-cs"/>
        </a:defRPr>
      </a:lvl1pPr>
      <a:lvl2pPr marL="758998" algn="l" defTabSz="1517995" rtl="0" eaLnBrk="1" latinLnBrk="0" hangingPunct="1">
        <a:defRPr sz="2988" kern="1200">
          <a:solidFill>
            <a:schemeClr val="tx1"/>
          </a:solidFill>
          <a:latin typeface="+mn-lt"/>
          <a:ea typeface="+mn-ea"/>
          <a:cs typeface="+mn-cs"/>
        </a:defRPr>
      </a:lvl2pPr>
      <a:lvl3pPr marL="1517995" algn="l" defTabSz="1517995" rtl="0" eaLnBrk="1" latinLnBrk="0" hangingPunct="1">
        <a:defRPr sz="2988" kern="1200">
          <a:solidFill>
            <a:schemeClr val="tx1"/>
          </a:solidFill>
          <a:latin typeface="+mn-lt"/>
          <a:ea typeface="+mn-ea"/>
          <a:cs typeface="+mn-cs"/>
        </a:defRPr>
      </a:lvl3pPr>
      <a:lvl4pPr marL="2276993" algn="l" defTabSz="1517995" rtl="0" eaLnBrk="1" latinLnBrk="0" hangingPunct="1">
        <a:defRPr sz="2988" kern="1200">
          <a:solidFill>
            <a:schemeClr val="tx1"/>
          </a:solidFill>
          <a:latin typeface="+mn-lt"/>
          <a:ea typeface="+mn-ea"/>
          <a:cs typeface="+mn-cs"/>
        </a:defRPr>
      </a:lvl4pPr>
      <a:lvl5pPr marL="3035991" algn="l" defTabSz="1517995" rtl="0" eaLnBrk="1" latinLnBrk="0" hangingPunct="1">
        <a:defRPr sz="2988" kern="1200">
          <a:solidFill>
            <a:schemeClr val="tx1"/>
          </a:solidFill>
          <a:latin typeface="+mn-lt"/>
          <a:ea typeface="+mn-ea"/>
          <a:cs typeface="+mn-cs"/>
        </a:defRPr>
      </a:lvl5pPr>
      <a:lvl6pPr marL="3794989" algn="l" defTabSz="1517995" rtl="0" eaLnBrk="1" latinLnBrk="0" hangingPunct="1">
        <a:defRPr sz="2988" kern="1200">
          <a:solidFill>
            <a:schemeClr val="tx1"/>
          </a:solidFill>
          <a:latin typeface="+mn-lt"/>
          <a:ea typeface="+mn-ea"/>
          <a:cs typeface="+mn-cs"/>
        </a:defRPr>
      </a:lvl6pPr>
      <a:lvl7pPr marL="4553986" algn="l" defTabSz="1517995" rtl="0" eaLnBrk="1" latinLnBrk="0" hangingPunct="1">
        <a:defRPr sz="2988" kern="1200">
          <a:solidFill>
            <a:schemeClr val="tx1"/>
          </a:solidFill>
          <a:latin typeface="+mn-lt"/>
          <a:ea typeface="+mn-ea"/>
          <a:cs typeface="+mn-cs"/>
        </a:defRPr>
      </a:lvl7pPr>
      <a:lvl8pPr marL="5312984" algn="l" defTabSz="1517995" rtl="0" eaLnBrk="1" latinLnBrk="0" hangingPunct="1">
        <a:defRPr sz="2988" kern="1200">
          <a:solidFill>
            <a:schemeClr val="tx1"/>
          </a:solidFill>
          <a:latin typeface="+mn-lt"/>
          <a:ea typeface="+mn-ea"/>
          <a:cs typeface="+mn-cs"/>
        </a:defRPr>
      </a:lvl8pPr>
      <a:lvl9pPr marL="6071982" algn="l" defTabSz="1517995" rtl="0" eaLnBrk="1" latinLnBrk="0" hangingPunct="1">
        <a:defRPr sz="29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5FA6844-3C21-622A-AB52-4E8840632098}"/>
              </a:ext>
            </a:extLst>
          </p:cNvPr>
          <p:cNvSpPr/>
          <p:nvPr/>
        </p:nvSpPr>
        <p:spPr>
          <a:xfrm>
            <a:off x="1673393" y="6632271"/>
            <a:ext cx="5760834" cy="434635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723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6EB6AA9-9615-5917-6D86-76BCB0AB5DD8}"/>
              </a:ext>
            </a:extLst>
          </p:cNvPr>
          <p:cNvSpPr/>
          <p:nvPr/>
        </p:nvSpPr>
        <p:spPr>
          <a:xfrm>
            <a:off x="6237824" y="4066700"/>
            <a:ext cx="686689" cy="691078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723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23011D6-58CB-58FF-2F97-02BF22322CB4}"/>
              </a:ext>
            </a:extLst>
          </p:cNvPr>
          <p:cNvCxnSpPr>
            <a:cxnSpLocks/>
          </p:cNvCxnSpPr>
          <p:nvPr/>
        </p:nvCxnSpPr>
        <p:spPr>
          <a:xfrm>
            <a:off x="1673393" y="4757773"/>
            <a:ext cx="1235651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0F2B4F08-43B3-FEDC-45D0-D698B765870C}"/>
              </a:ext>
            </a:extLst>
          </p:cNvPr>
          <p:cNvSpPr/>
          <p:nvPr/>
        </p:nvSpPr>
        <p:spPr>
          <a:xfrm>
            <a:off x="9958432" y="3040456"/>
            <a:ext cx="496953" cy="172024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723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3B63F1A-B238-8EAE-5842-7747CFF39691}"/>
              </a:ext>
            </a:extLst>
          </p:cNvPr>
          <p:cNvSpPr/>
          <p:nvPr/>
        </p:nvSpPr>
        <p:spPr>
          <a:xfrm>
            <a:off x="1874777" y="3032410"/>
            <a:ext cx="1722603" cy="1720249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723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73BCA3-254F-9940-7526-AE0F10D00A55}"/>
              </a:ext>
            </a:extLst>
          </p:cNvPr>
          <p:cNvSpPr/>
          <p:nvPr/>
        </p:nvSpPr>
        <p:spPr>
          <a:xfrm>
            <a:off x="1673393" y="1947964"/>
            <a:ext cx="5760834" cy="243799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723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4B1BD6A-C395-AE17-6B06-DDC4C09F4479}"/>
              </a:ext>
            </a:extLst>
          </p:cNvPr>
          <p:cNvCxnSpPr>
            <a:cxnSpLocks/>
          </p:cNvCxnSpPr>
          <p:nvPr/>
        </p:nvCxnSpPr>
        <p:spPr>
          <a:xfrm flipH="1">
            <a:off x="1673389" y="5134299"/>
            <a:ext cx="106839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D93812A-B1EB-B1A1-5062-F52E4E6DD75E}"/>
              </a:ext>
            </a:extLst>
          </p:cNvPr>
          <p:cNvCxnSpPr>
            <a:cxnSpLocks/>
          </p:cNvCxnSpPr>
          <p:nvPr/>
        </p:nvCxnSpPr>
        <p:spPr>
          <a:xfrm>
            <a:off x="2741778" y="4757781"/>
            <a:ext cx="0" cy="4500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4001B773-7284-6C82-564C-2B11188791A3}"/>
              </a:ext>
            </a:extLst>
          </p:cNvPr>
          <p:cNvSpPr/>
          <p:nvPr/>
        </p:nvSpPr>
        <p:spPr>
          <a:xfrm>
            <a:off x="4609532" y="1226452"/>
            <a:ext cx="1768350" cy="721513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23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18A0DE8-78E9-0B33-EAEF-B3461AE8BC19}"/>
              </a:ext>
            </a:extLst>
          </p:cNvPr>
          <p:cNvCxnSpPr>
            <a:cxnSpLocks/>
          </p:cNvCxnSpPr>
          <p:nvPr/>
        </p:nvCxnSpPr>
        <p:spPr>
          <a:xfrm>
            <a:off x="1673386" y="4385959"/>
            <a:ext cx="0" cy="8218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004E9C2-F6A0-2948-122F-F8E944D97090}"/>
              </a:ext>
            </a:extLst>
          </p:cNvPr>
          <p:cNvCxnSpPr>
            <a:cxnSpLocks/>
            <a:stCxn id="17" idx="5"/>
          </p:cNvCxnSpPr>
          <p:nvPr/>
        </p:nvCxnSpPr>
        <p:spPr>
          <a:xfrm flipH="1" flipV="1">
            <a:off x="6581170" y="4412244"/>
            <a:ext cx="242781" cy="24433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23827BA-8532-B7F3-302F-EAA572D987E8}"/>
              </a:ext>
            </a:extLst>
          </p:cNvPr>
          <p:cNvCxnSpPr>
            <a:cxnSpLocks/>
          </p:cNvCxnSpPr>
          <p:nvPr/>
        </p:nvCxnSpPr>
        <p:spPr>
          <a:xfrm flipH="1" flipV="1">
            <a:off x="2749597" y="3895097"/>
            <a:ext cx="609033" cy="60820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6" name="Group 35">
            <a:extLst>
              <a:ext uri="{FF2B5EF4-FFF2-40B4-BE49-F238E27FC236}">
                <a16:creationId xmlns:a16="http://schemas.microsoft.com/office/drawing/2014/main" id="{CEF901CA-C69C-18DA-61A6-FE41119F83B6}"/>
              </a:ext>
            </a:extLst>
          </p:cNvPr>
          <p:cNvGrpSpPr/>
          <p:nvPr/>
        </p:nvGrpSpPr>
        <p:grpSpPr>
          <a:xfrm flipV="1">
            <a:off x="1673398" y="776439"/>
            <a:ext cx="3820319" cy="1171521"/>
            <a:chOff x="917842" y="634428"/>
            <a:chExt cx="1115961" cy="1223684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5ADA0340-51C4-6FD9-FEFF-1D45E63F5F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7842" y="1781359"/>
              <a:ext cx="1115961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5E6D012-79BB-9DC3-2350-1781982532E0}"/>
                </a:ext>
              </a:extLst>
            </p:cNvPr>
            <p:cNvCxnSpPr/>
            <p:nvPr/>
          </p:nvCxnSpPr>
          <p:spPr>
            <a:xfrm>
              <a:off x="2033803" y="1388068"/>
              <a:ext cx="0" cy="4700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40EC339-1C02-EEAF-EDA2-D438C0C093B1}"/>
                </a:ext>
              </a:extLst>
            </p:cNvPr>
            <p:cNvCxnSpPr>
              <a:cxnSpLocks/>
            </p:cNvCxnSpPr>
            <p:nvPr/>
          </p:nvCxnSpPr>
          <p:spPr>
            <a:xfrm>
              <a:off x="917842" y="634428"/>
              <a:ext cx="0" cy="122368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AAB152EB-E10D-CDDD-6FA7-F99AC992DFCC}"/>
              </a:ext>
            </a:extLst>
          </p:cNvPr>
          <p:cNvGrpSpPr/>
          <p:nvPr/>
        </p:nvGrpSpPr>
        <p:grpSpPr>
          <a:xfrm rot="5400000" flipV="1">
            <a:off x="6440232" y="2955102"/>
            <a:ext cx="2437998" cy="450006"/>
            <a:chOff x="917842" y="1388068"/>
            <a:chExt cx="1115961" cy="470044"/>
          </a:xfrm>
        </p:grpSpPr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6C0448DA-4108-96C4-6F04-412CE96E54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7842" y="1781359"/>
              <a:ext cx="1115961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98B9649D-0285-D3B1-5B14-E738181BC143}"/>
                </a:ext>
              </a:extLst>
            </p:cNvPr>
            <p:cNvCxnSpPr/>
            <p:nvPr/>
          </p:nvCxnSpPr>
          <p:spPr>
            <a:xfrm>
              <a:off x="2033803" y="1388068"/>
              <a:ext cx="0" cy="4700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5D62F108-E043-A04A-BD97-B261ABABAEC1}"/>
                </a:ext>
              </a:extLst>
            </p:cNvPr>
            <p:cNvCxnSpPr/>
            <p:nvPr/>
          </p:nvCxnSpPr>
          <p:spPr>
            <a:xfrm>
              <a:off x="917842" y="1388068"/>
              <a:ext cx="0" cy="4700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" name="Oval 55">
            <a:extLst>
              <a:ext uri="{FF2B5EF4-FFF2-40B4-BE49-F238E27FC236}">
                <a16:creationId xmlns:a16="http://schemas.microsoft.com/office/drawing/2014/main" id="{F84BE6EF-433B-F231-4E25-D3E373778779}"/>
              </a:ext>
            </a:extLst>
          </p:cNvPr>
          <p:cNvSpPr/>
          <p:nvPr/>
        </p:nvSpPr>
        <p:spPr>
          <a:xfrm>
            <a:off x="11511860" y="4066700"/>
            <a:ext cx="686689" cy="691078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723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378EC34-B7DE-BC19-BA76-498FC36B9F6E}"/>
              </a:ext>
            </a:extLst>
          </p:cNvPr>
          <p:cNvSpPr/>
          <p:nvPr/>
        </p:nvSpPr>
        <p:spPr>
          <a:xfrm>
            <a:off x="10971020" y="1226451"/>
            <a:ext cx="1768350" cy="721513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23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F3CEBA6-0F46-FE83-7805-3A92F706EC2C}"/>
              </a:ext>
            </a:extLst>
          </p:cNvPr>
          <p:cNvSpPr txBox="1"/>
          <p:nvPr/>
        </p:nvSpPr>
        <p:spPr>
          <a:xfrm>
            <a:off x="3488536" y="11634609"/>
            <a:ext cx="2241991" cy="513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77" dirty="0" err="1"/>
              <a:t>chassis_length</a:t>
            </a:r>
            <a:endParaRPr lang="es-ES" sz="1277" dirty="0"/>
          </a:p>
          <a:p>
            <a:pPr algn="ctr"/>
            <a:r>
              <a:rPr lang="es-ES" sz="1459" b="1" dirty="0"/>
              <a:t>24.5 cm (0.245 m)</a:t>
            </a:r>
            <a:endParaRPr lang="en-US" sz="1459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2EFF15F-6B3F-18CF-8915-424814FEA99D}"/>
              </a:ext>
            </a:extLst>
          </p:cNvPr>
          <p:cNvSpPr txBox="1"/>
          <p:nvPr/>
        </p:nvSpPr>
        <p:spPr>
          <a:xfrm>
            <a:off x="2482092" y="365920"/>
            <a:ext cx="2241991" cy="4572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94" dirty="0"/>
              <a:t>LIDAR </a:t>
            </a:r>
            <a:r>
              <a:rPr lang="es-ES" sz="1094" dirty="0" err="1"/>
              <a:t>pos</a:t>
            </a:r>
            <a:r>
              <a:rPr lang="es-ES" sz="1094" dirty="0"/>
              <a:t>. X</a:t>
            </a:r>
          </a:p>
          <a:p>
            <a:pPr algn="ctr"/>
            <a:r>
              <a:rPr lang="es-ES" sz="1277" b="1" dirty="0"/>
              <a:t>12 cm (0.120 m)</a:t>
            </a:r>
            <a:endParaRPr lang="en-US" sz="1277" b="1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F1DC242-9502-50C9-1522-910C1669B292}"/>
              </a:ext>
            </a:extLst>
          </p:cNvPr>
          <p:cNvSpPr txBox="1"/>
          <p:nvPr/>
        </p:nvSpPr>
        <p:spPr>
          <a:xfrm>
            <a:off x="3251811" y="4892075"/>
            <a:ext cx="1482746" cy="3918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52" dirty="0" err="1"/>
              <a:t>wheel_radius</a:t>
            </a:r>
            <a:endParaRPr lang="es-ES" sz="852" dirty="0"/>
          </a:p>
          <a:p>
            <a:pPr algn="ctr"/>
            <a:r>
              <a:rPr lang="es-ES" sz="1094" b="1" dirty="0"/>
              <a:t>3.35 cm (0.0335 m)</a:t>
            </a:r>
            <a:endParaRPr lang="en-US" sz="1094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8D9727-2C60-C21A-5E21-7109CA6F555E}"/>
              </a:ext>
            </a:extLst>
          </p:cNvPr>
          <p:cNvSpPr txBox="1"/>
          <p:nvPr/>
        </p:nvSpPr>
        <p:spPr>
          <a:xfrm>
            <a:off x="1194782" y="5210345"/>
            <a:ext cx="2025602" cy="4291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973" dirty="0" err="1"/>
              <a:t>wheel_offset_x</a:t>
            </a:r>
            <a:endParaRPr lang="es-ES" sz="973" dirty="0"/>
          </a:p>
          <a:p>
            <a:pPr algn="ctr"/>
            <a:r>
              <a:rPr lang="es-ES" sz="1216" b="1" dirty="0"/>
              <a:t>5.0 cm (0.05 m)</a:t>
            </a:r>
            <a:endParaRPr lang="en-US" sz="1216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EF3ABD-55F3-FBCF-0CD6-92F1EA736F1F}"/>
              </a:ext>
            </a:extLst>
          </p:cNvPr>
          <p:cNvSpPr txBox="1"/>
          <p:nvPr/>
        </p:nvSpPr>
        <p:spPr>
          <a:xfrm>
            <a:off x="5769061" y="4796868"/>
            <a:ext cx="1624206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" dirty="0" err="1"/>
              <a:t>caster_radius</a:t>
            </a:r>
            <a:endParaRPr lang="es-ES" sz="800" dirty="0"/>
          </a:p>
          <a:p>
            <a:pPr algn="ctr"/>
            <a:r>
              <a:rPr lang="es-ES" sz="1100" b="1" dirty="0"/>
              <a:t>1.5 cm (0.015 m)</a:t>
            </a:r>
            <a:endParaRPr lang="en-US" sz="11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C2215C-326E-00E9-66D6-9678C1E390F9}"/>
              </a:ext>
            </a:extLst>
          </p:cNvPr>
          <p:cNvSpPr txBox="1"/>
          <p:nvPr/>
        </p:nvSpPr>
        <p:spPr>
          <a:xfrm rot="16200000">
            <a:off x="6961140" y="2962573"/>
            <a:ext cx="2241991" cy="4291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973" dirty="0" err="1"/>
              <a:t>chassis_height</a:t>
            </a:r>
            <a:endParaRPr lang="es-ES" sz="973" dirty="0"/>
          </a:p>
          <a:p>
            <a:pPr algn="ctr"/>
            <a:r>
              <a:rPr lang="es-ES" sz="1216" b="1" dirty="0"/>
              <a:t>10.5 cm (0.105 m)</a:t>
            </a:r>
            <a:endParaRPr lang="en-US" sz="1216" b="1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9465E80-90CB-5D5D-306D-F2BDAF0F45D9}"/>
              </a:ext>
            </a:extLst>
          </p:cNvPr>
          <p:cNvGrpSpPr/>
          <p:nvPr/>
        </p:nvGrpSpPr>
        <p:grpSpPr>
          <a:xfrm flipV="1">
            <a:off x="1673388" y="10978621"/>
            <a:ext cx="5760840" cy="631568"/>
            <a:chOff x="2667624" y="1373029"/>
            <a:chExt cx="4738860" cy="1397885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ABB2136F-6E08-A772-CD15-95F0B924348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67626" y="1476765"/>
              <a:ext cx="4738855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30ECC4B-4853-F8D2-F704-8B8391DCD9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06482" y="1373029"/>
              <a:ext cx="2" cy="13978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C72DCD5-133C-33A2-47B8-45D94AE6AF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7624" y="1373029"/>
              <a:ext cx="0" cy="13978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14D4B87-3E85-45EF-830A-3D9F400A9053}"/>
              </a:ext>
            </a:extLst>
          </p:cNvPr>
          <p:cNvGrpSpPr/>
          <p:nvPr/>
        </p:nvGrpSpPr>
        <p:grpSpPr>
          <a:xfrm rot="16200000">
            <a:off x="-777691" y="8526275"/>
            <a:ext cx="4346353" cy="555800"/>
            <a:chOff x="2667624" y="1371977"/>
            <a:chExt cx="4741639" cy="1398937"/>
          </a:xfrm>
        </p:grpSpPr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E77FCD6F-B812-FCA0-2875-518CB5271E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67626" y="1476765"/>
              <a:ext cx="4738855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D5329CD-D72D-AE36-E1AA-0E06D55AAF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09260" y="1371977"/>
              <a:ext cx="3" cy="139893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B497FD58-5A5C-FF9B-88DD-09163A97A9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7624" y="1373029"/>
              <a:ext cx="0" cy="13978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80DF5660-1DBD-9649-8182-B60D065B7E3F}"/>
              </a:ext>
            </a:extLst>
          </p:cNvPr>
          <p:cNvSpPr txBox="1"/>
          <p:nvPr/>
        </p:nvSpPr>
        <p:spPr>
          <a:xfrm rot="16200000">
            <a:off x="-260114" y="8548739"/>
            <a:ext cx="2241991" cy="513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77" dirty="0" err="1"/>
              <a:t>chassis_width</a:t>
            </a:r>
            <a:endParaRPr lang="es-ES" sz="1277" dirty="0"/>
          </a:p>
          <a:p>
            <a:pPr algn="ctr"/>
            <a:r>
              <a:rPr lang="es-ES" sz="1459" b="1" dirty="0"/>
              <a:t>23.0 cm (0.23 m)</a:t>
            </a:r>
            <a:endParaRPr lang="en-US" sz="1459" b="1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5E2D3CA-19A7-3193-5001-755C2103649D}"/>
              </a:ext>
            </a:extLst>
          </p:cNvPr>
          <p:cNvGrpSpPr/>
          <p:nvPr/>
        </p:nvGrpSpPr>
        <p:grpSpPr>
          <a:xfrm rot="5400000" flipV="1">
            <a:off x="6938579" y="1015451"/>
            <a:ext cx="384964" cy="1506346"/>
            <a:chOff x="917840" y="284693"/>
            <a:chExt cx="1115963" cy="1573419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49801FA1-6663-911E-997A-28C639CC7F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7842" y="1781359"/>
              <a:ext cx="1115961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32291B8-1871-D28B-3CF2-971960C41701}"/>
                </a:ext>
              </a:extLst>
            </p:cNvPr>
            <p:cNvCxnSpPr/>
            <p:nvPr/>
          </p:nvCxnSpPr>
          <p:spPr>
            <a:xfrm>
              <a:off x="2033803" y="1388068"/>
              <a:ext cx="0" cy="47004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86364A7-6D9F-F036-6559-72719FC2B7A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31134" y="1071399"/>
              <a:ext cx="1573417" cy="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71A225E7-312A-D15A-AD8F-D1828C24A0D2}"/>
              </a:ext>
            </a:extLst>
          </p:cNvPr>
          <p:cNvSpPr txBox="1"/>
          <p:nvPr/>
        </p:nvSpPr>
        <p:spPr>
          <a:xfrm rot="16200000">
            <a:off x="7115106" y="1557414"/>
            <a:ext cx="1948174" cy="354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s-ES" sz="728" dirty="0"/>
          </a:p>
          <a:p>
            <a:pPr algn="ctr"/>
            <a:r>
              <a:rPr lang="es-ES" sz="973" b="1" dirty="0"/>
              <a:t>2.0 cm (0.02 m)</a:t>
            </a:r>
            <a:endParaRPr lang="en-US" sz="973" b="1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28EA9B4-3C5E-6101-0202-826F49E70575}"/>
              </a:ext>
            </a:extLst>
          </p:cNvPr>
          <p:cNvSpPr/>
          <p:nvPr/>
        </p:nvSpPr>
        <p:spPr>
          <a:xfrm rot="5400000">
            <a:off x="2474953" y="6298908"/>
            <a:ext cx="496953" cy="1720248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lg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 sz="1723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4CA4CDD-937F-06F3-B6B0-7F354323D3B1}"/>
              </a:ext>
            </a:extLst>
          </p:cNvPr>
          <p:cNvSpPr/>
          <p:nvPr/>
        </p:nvSpPr>
        <p:spPr>
          <a:xfrm rot="5400000">
            <a:off x="2474953" y="9598251"/>
            <a:ext cx="496953" cy="1720248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lg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 sz="1723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B6F14335-934D-A238-7058-F23FCE41CA0E}"/>
              </a:ext>
            </a:extLst>
          </p:cNvPr>
          <p:cNvGrpSpPr/>
          <p:nvPr/>
        </p:nvGrpSpPr>
        <p:grpSpPr>
          <a:xfrm rot="16200000">
            <a:off x="8365275" y="2152458"/>
            <a:ext cx="3531769" cy="1679737"/>
            <a:chOff x="2667623" y="1371978"/>
            <a:chExt cx="4741641" cy="4227859"/>
          </a:xfrm>
        </p:grpSpPr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640C999F-3A29-5326-78EB-C7B1062DCD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67626" y="1476765"/>
              <a:ext cx="4738855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6F7AD46E-4A74-986D-89E3-EFA9E2C11542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5295334" y="3485908"/>
              <a:ext cx="4227859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B1D58BD6-2BFB-39EC-46E5-B0D76DA5C151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826512" y="2214143"/>
              <a:ext cx="1682224" cy="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BDA1BF39-0BE0-2A8A-E995-0B34A173C68A}"/>
              </a:ext>
            </a:extLst>
          </p:cNvPr>
          <p:cNvSpPr txBox="1"/>
          <p:nvPr/>
        </p:nvSpPr>
        <p:spPr>
          <a:xfrm rot="16200000">
            <a:off x="7953716" y="2778777"/>
            <a:ext cx="2241991" cy="4291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973" dirty="0"/>
              <a:t>Altura total</a:t>
            </a:r>
          </a:p>
          <a:p>
            <a:pPr algn="ctr"/>
            <a:r>
              <a:rPr lang="es-ES" sz="1216" b="1" dirty="0"/>
              <a:t>17.4 cm (0.174 m)</a:t>
            </a:r>
            <a:endParaRPr lang="en-US" sz="1216" b="1" dirty="0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890E9E32-A48E-5F41-7529-3549D26965E7}"/>
              </a:ext>
            </a:extLst>
          </p:cNvPr>
          <p:cNvSpPr/>
          <p:nvPr/>
        </p:nvSpPr>
        <p:spPr>
          <a:xfrm>
            <a:off x="1875940" y="3034974"/>
            <a:ext cx="1722603" cy="1720249"/>
          </a:xfrm>
          <a:prstGeom prst="ellipse">
            <a:avLst/>
          </a:prstGeom>
          <a:noFill/>
          <a:ln w="9525" cap="flat" cmpd="sng" algn="ctr">
            <a:solidFill>
              <a:schemeClr val="accent4"/>
            </a:solidFill>
            <a:prstDash val="lg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 sz="1723"/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9A3DAF49-12ED-E9DD-76C5-FC97E1CDFE0B}"/>
              </a:ext>
            </a:extLst>
          </p:cNvPr>
          <p:cNvGrpSpPr/>
          <p:nvPr/>
        </p:nvGrpSpPr>
        <p:grpSpPr>
          <a:xfrm>
            <a:off x="9960054" y="4748232"/>
            <a:ext cx="496956" cy="450006"/>
            <a:chOff x="9262735" y="9653382"/>
            <a:chExt cx="878859" cy="370175"/>
          </a:xfrm>
        </p:grpSpPr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2E4FB4AA-03C8-63AE-C862-FD900B427F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62738" y="9963112"/>
              <a:ext cx="878856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C7AA79A4-410E-D7B6-B46A-079C84895364}"/>
                </a:ext>
              </a:extLst>
            </p:cNvPr>
            <p:cNvCxnSpPr>
              <a:cxnSpLocks/>
            </p:cNvCxnSpPr>
            <p:nvPr/>
          </p:nvCxnSpPr>
          <p:spPr>
            <a:xfrm>
              <a:off x="10141594" y="9653382"/>
              <a:ext cx="0" cy="37017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962C89DD-8399-0124-259E-194E5E67069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62735" y="9661236"/>
              <a:ext cx="2" cy="36232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53AEF2C7-3487-6F85-BD2D-F3F86CA4A3FB}"/>
              </a:ext>
            </a:extLst>
          </p:cNvPr>
          <p:cNvSpPr txBox="1"/>
          <p:nvPr/>
        </p:nvSpPr>
        <p:spPr>
          <a:xfrm>
            <a:off x="9212191" y="5200796"/>
            <a:ext cx="2025602" cy="4291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973" dirty="0"/>
              <a:t> </a:t>
            </a:r>
          </a:p>
          <a:p>
            <a:pPr algn="ctr"/>
            <a:r>
              <a:rPr lang="es-ES" sz="1216" b="1" dirty="0"/>
              <a:t>3.0 cm (0.03 m)</a:t>
            </a:r>
            <a:endParaRPr lang="en-US" sz="1216" b="1" dirty="0"/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056C3452-2B96-E53A-0638-4C3B515A1026}"/>
              </a:ext>
            </a:extLst>
          </p:cNvPr>
          <p:cNvGrpSpPr/>
          <p:nvPr/>
        </p:nvGrpSpPr>
        <p:grpSpPr>
          <a:xfrm>
            <a:off x="10451025" y="4748232"/>
            <a:ext cx="2804679" cy="450006"/>
            <a:chOff x="9262735" y="9653382"/>
            <a:chExt cx="878859" cy="370175"/>
          </a:xfrm>
        </p:grpSpPr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9001F14B-ACE4-E6EA-C571-3C9DEAEF5D8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62738" y="9963112"/>
              <a:ext cx="878856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EB09ADA7-0CB4-428D-EC8E-5FE6170E5F7E}"/>
                </a:ext>
              </a:extLst>
            </p:cNvPr>
            <p:cNvCxnSpPr>
              <a:cxnSpLocks/>
            </p:cNvCxnSpPr>
            <p:nvPr/>
          </p:nvCxnSpPr>
          <p:spPr>
            <a:xfrm>
              <a:off x="10141594" y="9653382"/>
              <a:ext cx="0" cy="37017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9A987EAC-4A11-6C9A-27AD-8E05CED6F4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62735" y="9661236"/>
              <a:ext cx="3" cy="36232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0" name="TextBox 89">
            <a:extLst>
              <a:ext uri="{FF2B5EF4-FFF2-40B4-BE49-F238E27FC236}">
                <a16:creationId xmlns:a16="http://schemas.microsoft.com/office/drawing/2014/main" id="{987DD589-FA1E-EA2F-A20C-4D66AA7637AC}"/>
              </a:ext>
            </a:extLst>
          </p:cNvPr>
          <p:cNvSpPr txBox="1"/>
          <p:nvPr/>
        </p:nvSpPr>
        <p:spPr>
          <a:xfrm>
            <a:off x="10840565" y="5217399"/>
            <a:ext cx="2025602" cy="4291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973" dirty="0" err="1"/>
              <a:t>wheel_separation</a:t>
            </a:r>
            <a:endParaRPr lang="es-ES" sz="973" dirty="0"/>
          </a:p>
          <a:p>
            <a:pPr algn="ctr"/>
            <a:r>
              <a:rPr lang="es-ES" sz="1216" b="1" dirty="0"/>
              <a:t>18.8 cm (0.188 m)</a:t>
            </a:r>
            <a:endParaRPr lang="en-US" sz="1216" b="1" dirty="0"/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99E49181-B373-C83A-8DC5-6A02522AFB57}"/>
              </a:ext>
            </a:extLst>
          </p:cNvPr>
          <p:cNvGrpSpPr/>
          <p:nvPr/>
        </p:nvGrpSpPr>
        <p:grpSpPr>
          <a:xfrm rot="5400000" flipH="1">
            <a:off x="13221311" y="3561434"/>
            <a:ext cx="1726843" cy="668772"/>
            <a:chOff x="2667623" y="1371977"/>
            <a:chExt cx="4741642" cy="1683279"/>
          </a:xfrm>
        </p:grpSpPr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926D5646-74B1-30C0-99BC-FB93AD447E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67626" y="1476765"/>
              <a:ext cx="4738855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E6BC002D-5DD3-FD0A-F943-5038D9A22FBA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6567626" y="2213616"/>
              <a:ext cx="1683277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50FC6C7F-907F-25BA-8CDE-4B2904C6B276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826512" y="2214143"/>
              <a:ext cx="1682224" cy="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6" name="TextBox 95">
            <a:extLst>
              <a:ext uri="{FF2B5EF4-FFF2-40B4-BE49-F238E27FC236}">
                <a16:creationId xmlns:a16="http://schemas.microsoft.com/office/drawing/2014/main" id="{9C8B2437-F6AC-46B7-5EEF-461DB1A06273}"/>
              </a:ext>
            </a:extLst>
          </p:cNvPr>
          <p:cNvSpPr txBox="1"/>
          <p:nvPr/>
        </p:nvSpPr>
        <p:spPr>
          <a:xfrm rot="16200000">
            <a:off x="13478183" y="3673669"/>
            <a:ext cx="2241991" cy="4291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973" dirty="0" err="1"/>
              <a:t>wheel_diameter</a:t>
            </a:r>
            <a:endParaRPr lang="es-ES" sz="973" dirty="0"/>
          </a:p>
          <a:p>
            <a:pPr algn="ctr"/>
            <a:r>
              <a:rPr lang="es-ES" sz="1216" b="1" dirty="0"/>
              <a:t>6.7 cm (0.067 m)</a:t>
            </a:r>
            <a:endParaRPr lang="en-US" sz="1216" b="1" dirty="0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1B445C84-D734-B9F9-9855-AF74407935DC}"/>
              </a:ext>
            </a:extLst>
          </p:cNvPr>
          <p:cNvSpPr/>
          <p:nvPr/>
        </p:nvSpPr>
        <p:spPr>
          <a:xfrm>
            <a:off x="13253391" y="3039724"/>
            <a:ext cx="496953" cy="172024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723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43AE9E-5BCC-F7FC-C84F-32C2ED5587BB}"/>
              </a:ext>
            </a:extLst>
          </p:cNvPr>
          <p:cNvSpPr/>
          <p:nvPr/>
        </p:nvSpPr>
        <p:spPr>
          <a:xfrm>
            <a:off x="9686102" y="1947964"/>
            <a:ext cx="4343805" cy="243799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723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3EE39A87-12EE-97A6-8FBB-14E6CFD4CBCC}"/>
              </a:ext>
            </a:extLst>
          </p:cNvPr>
          <p:cNvSpPr/>
          <p:nvPr/>
        </p:nvSpPr>
        <p:spPr>
          <a:xfrm>
            <a:off x="13251191" y="3040361"/>
            <a:ext cx="496953" cy="1720248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lg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 sz="1723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A3C9FAF2-8416-D80F-47F7-AF2E4C33BB39}"/>
              </a:ext>
            </a:extLst>
          </p:cNvPr>
          <p:cNvSpPr/>
          <p:nvPr/>
        </p:nvSpPr>
        <p:spPr>
          <a:xfrm>
            <a:off x="9958959" y="3037521"/>
            <a:ext cx="496953" cy="1720248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lg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 sz="1723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735FB2E3-EED2-EBF2-7413-3E740CB4C690}"/>
              </a:ext>
            </a:extLst>
          </p:cNvPr>
          <p:cNvSpPr/>
          <p:nvPr/>
        </p:nvSpPr>
        <p:spPr>
          <a:xfrm>
            <a:off x="6237824" y="8459905"/>
            <a:ext cx="686689" cy="69107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  <a:prstDash val="lgDash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723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0EBE8B-C0CE-6CE8-4BB9-6E925D55490E}"/>
              </a:ext>
            </a:extLst>
          </p:cNvPr>
          <p:cNvSpPr/>
          <p:nvPr/>
        </p:nvSpPr>
        <p:spPr>
          <a:xfrm>
            <a:off x="4806671" y="7945330"/>
            <a:ext cx="1722603" cy="1720249"/>
          </a:xfrm>
          <a:prstGeom prst="ellipse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23"/>
          </a:p>
        </p:txBody>
      </p:sp>
      <p:sp>
        <p:nvSpPr>
          <p:cNvPr id="104" name="Freeform: Shape 103">
            <a:extLst>
              <a:ext uri="{FF2B5EF4-FFF2-40B4-BE49-F238E27FC236}">
                <a16:creationId xmlns:a16="http://schemas.microsoft.com/office/drawing/2014/main" id="{E1FA70CE-0F1D-5175-55CF-D21B50130A78}"/>
              </a:ext>
            </a:extLst>
          </p:cNvPr>
          <p:cNvSpPr/>
          <p:nvPr/>
        </p:nvSpPr>
        <p:spPr>
          <a:xfrm>
            <a:off x="3032567" y="4178461"/>
            <a:ext cx="951571" cy="760109"/>
          </a:xfrm>
          <a:custGeom>
            <a:avLst/>
            <a:gdLst>
              <a:gd name="csX0" fmla="*/ 0 w 868101"/>
              <a:gd name="csY0" fmla="*/ 0 h 636607"/>
              <a:gd name="csX1" fmla="*/ 590309 w 868101"/>
              <a:gd name="csY1" fmla="*/ 92597 h 636607"/>
              <a:gd name="csX2" fmla="*/ 590309 w 868101"/>
              <a:gd name="csY2" fmla="*/ 92597 h 636607"/>
              <a:gd name="csX3" fmla="*/ 868101 w 868101"/>
              <a:gd name="csY3" fmla="*/ 636607 h 6366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68101" h="636607">
                <a:moveTo>
                  <a:pt x="0" y="0"/>
                </a:moveTo>
                <a:lnTo>
                  <a:pt x="590309" y="92597"/>
                </a:lnTo>
                <a:lnTo>
                  <a:pt x="590309" y="92597"/>
                </a:lnTo>
                <a:cubicBezTo>
                  <a:pt x="636608" y="183265"/>
                  <a:pt x="744638" y="256571"/>
                  <a:pt x="868101" y="636607"/>
                </a:cubicBezTo>
              </a:path>
            </a:pathLst>
          </a:cu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B9DC0F8D-8C1E-5CCE-0C81-A105AD05D98D}"/>
              </a:ext>
            </a:extLst>
          </p:cNvPr>
          <p:cNvSpPr/>
          <p:nvPr/>
        </p:nvSpPr>
        <p:spPr>
          <a:xfrm rot="5400000">
            <a:off x="9459199" y="6745066"/>
            <a:ext cx="284941" cy="1027378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lg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 sz="1723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F4A97290-061F-B76A-37C0-6E58B673A17A}"/>
              </a:ext>
            </a:extLst>
          </p:cNvPr>
          <p:cNvSpPr/>
          <p:nvPr/>
        </p:nvSpPr>
        <p:spPr>
          <a:xfrm>
            <a:off x="9081674" y="7683731"/>
            <a:ext cx="1027379" cy="986609"/>
          </a:xfrm>
          <a:prstGeom prst="ellipse">
            <a:avLst/>
          </a:prstGeom>
          <a:noFill/>
          <a:ln w="9525" cap="flat" cmpd="sng" algn="ctr">
            <a:solidFill>
              <a:schemeClr val="accent4"/>
            </a:solidFill>
            <a:prstDash val="lg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 sz="1723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BDE46A53-8539-F672-C61C-70E220DE5722}"/>
              </a:ext>
            </a:extLst>
          </p:cNvPr>
          <p:cNvSpPr/>
          <p:nvPr/>
        </p:nvSpPr>
        <p:spPr>
          <a:xfrm>
            <a:off x="9672707" y="9502172"/>
            <a:ext cx="436346" cy="441104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  <a:prstDash val="lgDash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723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18BF296B-5A0D-F796-6BAE-64A096A43581}"/>
              </a:ext>
            </a:extLst>
          </p:cNvPr>
          <p:cNvSpPr txBox="1"/>
          <p:nvPr/>
        </p:nvSpPr>
        <p:spPr>
          <a:xfrm>
            <a:off x="10454581" y="7728020"/>
            <a:ext cx="2858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noProof="0" dirty="0"/>
              <a:t>Proyección de las ruedas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D03EA5F8-5BC2-E9DD-71E3-038FB1439D55}"/>
              </a:ext>
            </a:extLst>
          </p:cNvPr>
          <p:cNvSpPr txBox="1"/>
          <p:nvPr/>
        </p:nvSpPr>
        <p:spPr>
          <a:xfrm>
            <a:off x="10451025" y="9478379"/>
            <a:ext cx="3872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noProof="0" dirty="0"/>
              <a:t>Proyección de la rueda loca (</a:t>
            </a:r>
            <a:r>
              <a:rPr lang="es-CL" noProof="0" dirty="0" err="1"/>
              <a:t>caster</a:t>
            </a:r>
            <a:r>
              <a:rPr lang="es-CL" noProof="0" dirty="0"/>
              <a:t>)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AE331116-A6D5-AB33-0E2A-6224A271E6AC}"/>
              </a:ext>
            </a:extLst>
          </p:cNvPr>
          <p:cNvSpPr/>
          <p:nvPr/>
        </p:nvSpPr>
        <p:spPr>
          <a:xfrm>
            <a:off x="8741229" y="6738257"/>
            <a:ext cx="5834268" cy="3679372"/>
          </a:xfrm>
          <a:prstGeom prst="rect">
            <a:avLst/>
          </a:prstGeom>
          <a:noFill/>
          <a:ln>
            <a:prstDash val="lg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252338DE-72CE-61BC-44E7-B5BA132E1858}"/>
              </a:ext>
            </a:extLst>
          </p:cNvPr>
          <p:cNvSpPr txBox="1"/>
          <p:nvPr/>
        </p:nvSpPr>
        <p:spPr>
          <a:xfrm>
            <a:off x="3006281" y="5674635"/>
            <a:ext cx="2241991" cy="513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77" dirty="0" err="1"/>
              <a:t>caster_wheel_offset_x</a:t>
            </a:r>
            <a:r>
              <a:rPr lang="es-ES" sz="1277" dirty="0"/>
              <a:t> </a:t>
            </a:r>
          </a:p>
          <a:p>
            <a:pPr algn="ctr"/>
            <a:r>
              <a:rPr lang="es-ES" sz="1459" b="1" dirty="0"/>
              <a:t>21.0 cm (0.21 m)</a:t>
            </a:r>
            <a:endParaRPr lang="en-US" sz="1459" b="1" dirty="0"/>
          </a:p>
        </p:txBody>
      </p: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B0B3B86F-2654-1A01-C85E-D25B00336222}"/>
              </a:ext>
            </a:extLst>
          </p:cNvPr>
          <p:cNvGrpSpPr/>
          <p:nvPr/>
        </p:nvGrpSpPr>
        <p:grpSpPr>
          <a:xfrm>
            <a:off x="1673385" y="6161011"/>
            <a:ext cx="4907784" cy="462328"/>
            <a:chOff x="2667624" y="1373029"/>
            <a:chExt cx="4738860" cy="1397885"/>
          </a:xfrm>
        </p:grpSpPr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4514D4DF-7784-71B0-1D80-B48DDB1173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67626" y="1476765"/>
              <a:ext cx="4738855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2E32312B-DD42-E991-AE25-E3A7487B6A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06482" y="1373029"/>
              <a:ext cx="2" cy="13978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5C76662E-A702-EFE7-6F06-0E1F2D1DC0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7624" y="1373029"/>
              <a:ext cx="0" cy="13978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035378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295</TotalTime>
  <Words>130</Words>
  <Application>Microsoft Office PowerPoint</Application>
  <PresentationFormat>Custom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Sebastian Valderas</dc:creator>
  <cp:lastModifiedBy>Sebastian Valderas</cp:lastModifiedBy>
  <cp:revision>6</cp:revision>
  <dcterms:created xsi:type="dcterms:W3CDTF">2026-03-22T23:32:05Z</dcterms:created>
  <dcterms:modified xsi:type="dcterms:W3CDTF">2026-03-23T18:35:31Z</dcterms:modified>
</cp:coreProperties>
</file>