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9034" autoAdjust="0"/>
    <p:restoredTop sz="94610"/>
  </p:normalViewPr>
  <p:slideViewPr>
    <p:cSldViewPr snapToGrid="0" snapToObjects="1">
      <p:cViewPr>
        <p:scale>
          <a:sx n="150" d="100"/>
          <a:sy n="150" d="100"/>
        </p:scale>
        <p:origin x="110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6416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" y="32419"/>
            <a:ext cx="42149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L" sz="1400" b="1" kern="0" spc="150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MOVIL</a:t>
            </a:r>
            <a:endParaRPr lang="es-CL" sz="1400" noProof="0" dirty="0"/>
          </a:p>
        </p:txBody>
      </p:sp>
      <p:sp>
        <p:nvSpPr>
          <p:cNvPr id="3" name="Text 1"/>
          <p:cNvSpPr/>
          <p:nvPr/>
        </p:nvSpPr>
        <p:spPr>
          <a:xfrm>
            <a:off x="5943600" y="32419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L" sz="1400" b="1" kern="0" spc="150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ESTACIÓN DE TRABAJO</a:t>
            </a:r>
            <a:endParaRPr lang="es-CL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137161" y="361602"/>
            <a:ext cx="4105656" cy="4288743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C2C9D4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5" name="Shape 3"/>
          <p:cNvSpPr/>
          <p:nvPr/>
        </p:nvSpPr>
        <p:spPr>
          <a:xfrm>
            <a:off x="5559553" y="361603"/>
            <a:ext cx="3447287" cy="4288742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2C9D4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6" name="Shape 4"/>
          <p:cNvSpPr/>
          <p:nvPr/>
        </p:nvSpPr>
        <p:spPr>
          <a:xfrm>
            <a:off x="251460" y="471332"/>
            <a:ext cx="3863340" cy="1188856"/>
          </a:xfrm>
          <a:prstGeom prst="roundRect">
            <a:avLst>
              <a:gd name="adj" fmla="val 3590"/>
            </a:avLst>
          </a:prstGeom>
          <a:solidFill>
            <a:srgbClr val="E7F2F4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" name="Text 5"/>
          <p:cNvSpPr/>
          <p:nvPr/>
        </p:nvSpPr>
        <p:spPr>
          <a:xfrm>
            <a:off x="1366520" y="493155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L" sz="850" b="1" kern="0" spc="100" noProof="0" dirty="0">
                <a:solidFill>
                  <a:srgbClr val="0E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SENSADO</a:t>
            </a:r>
            <a:endParaRPr lang="es-CL" sz="850" noProof="0" dirty="0"/>
          </a:p>
        </p:txBody>
      </p:sp>
      <p:sp>
        <p:nvSpPr>
          <p:cNvPr id="10" name="Shape 8"/>
          <p:cNvSpPr/>
          <p:nvPr/>
        </p:nvSpPr>
        <p:spPr>
          <a:xfrm>
            <a:off x="246214" y="1966525"/>
            <a:ext cx="1988820" cy="2461261"/>
          </a:xfrm>
          <a:prstGeom prst="roundRect">
            <a:avLst>
              <a:gd name="adj" fmla="val 4242"/>
            </a:avLst>
          </a:prstGeom>
          <a:solidFill>
            <a:srgbClr val="FBEDDC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1" name="Text 9"/>
          <p:cNvSpPr/>
          <p:nvPr/>
        </p:nvSpPr>
        <p:spPr>
          <a:xfrm>
            <a:off x="355942" y="2049240"/>
            <a:ext cx="1752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L" sz="850" b="1" kern="0" spc="100" noProof="0" dirty="0">
                <a:solidFill>
                  <a:srgbClr val="9C4E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DE BAJO NIVEL</a:t>
            </a:r>
            <a:endParaRPr lang="es-CL" sz="850" noProof="0" dirty="0"/>
          </a:p>
        </p:txBody>
      </p:sp>
      <p:sp>
        <p:nvSpPr>
          <p:cNvPr id="12" name="Shape 10"/>
          <p:cNvSpPr/>
          <p:nvPr/>
        </p:nvSpPr>
        <p:spPr>
          <a:xfrm>
            <a:off x="2478532" y="727604"/>
            <a:ext cx="1463040" cy="859053"/>
          </a:xfrm>
          <a:prstGeom prst="roundRect">
            <a:avLst>
              <a:gd name="adj" fmla="val 7273"/>
            </a:avLst>
          </a:prstGeom>
          <a:solidFill>
            <a:srgbClr val="156C78"/>
          </a:solidFill>
          <a:ln w="9525">
            <a:solidFill>
              <a:srgbClr val="156C78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16" name="Text 14"/>
          <p:cNvSpPr/>
          <p:nvPr/>
        </p:nvSpPr>
        <p:spPr>
          <a:xfrm>
            <a:off x="2524252" y="1138602"/>
            <a:ext cx="13716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</a:t>
            </a: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2D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Percepción del entorno</a:t>
            </a:r>
            <a:endParaRPr lang="es-CL" sz="1050" noProof="0" dirty="0"/>
          </a:p>
        </p:txBody>
      </p:sp>
      <p:sp>
        <p:nvSpPr>
          <p:cNvPr id="17" name="Shape 15"/>
          <p:cNvSpPr/>
          <p:nvPr/>
        </p:nvSpPr>
        <p:spPr>
          <a:xfrm>
            <a:off x="510032" y="704366"/>
            <a:ext cx="1463040" cy="853994"/>
          </a:xfrm>
          <a:prstGeom prst="roundRect">
            <a:avLst>
              <a:gd name="adj" fmla="val 7273"/>
            </a:avLst>
          </a:prstGeom>
          <a:solidFill>
            <a:srgbClr val="156C78"/>
          </a:solidFill>
          <a:ln w="9525">
            <a:solidFill>
              <a:srgbClr val="156C78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21" name="Text 19"/>
          <p:cNvSpPr/>
          <p:nvPr/>
        </p:nvSpPr>
        <p:spPr>
          <a:xfrm>
            <a:off x="510032" y="108841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Encoders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Medición del giro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las ruedas</a:t>
            </a:r>
            <a:endParaRPr lang="es-CL" sz="1050" noProof="0" dirty="0"/>
          </a:p>
        </p:txBody>
      </p: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ED56D1A-5BD6-3E35-5706-2C6B19D2164F}"/>
              </a:ext>
            </a:extLst>
          </p:cNvPr>
          <p:cNvGrpSpPr/>
          <p:nvPr/>
        </p:nvGrpSpPr>
        <p:grpSpPr>
          <a:xfrm>
            <a:off x="2318004" y="1966374"/>
            <a:ext cx="1783080" cy="1463040"/>
            <a:chOff x="2331720" y="1952490"/>
            <a:chExt cx="1783080" cy="1463040"/>
          </a:xfrm>
        </p:grpSpPr>
        <p:sp>
          <p:nvSpPr>
            <p:cNvPr id="8" name="Shape 6"/>
            <p:cNvSpPr/>
            <p:nvPr/>
          </p:nvSpPr>
          <p:spPr>
            <a:xfrm>
              <a:off x="2331720" y="1952490"/>
              <a:ext cx="1783080" cy="1463040"/>
            </a:xfrm>
            <a:prstGeom prst="roundRect">
              <a:avLst>
                <a:gd name="adj" fmla="val 4375"/>
              </a:avLst>
            </a:prstGeom>
            <a:solidFill>
              <a:srgbClr val="E7EEF8"/>
            </a:solidFill>
            <a:ln/>
          </p:spPr>
          <p:txBody>
            <a:bodyPr/>
            <a:lstStyle/>
            <a:p>
              <a:endParaRPr lang="es-CL" noProof="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2331720" y="1989066"/>
              <a:ext cx="17830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L" sz="850" b="1" kern="0" spc="100" noProof="0" dirty="0">
                  <a:solidFill>
                    <a:srgbClr val="1E417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CÓMPUTO EMBARCADO</a:t>
              </a:r>
              <a:endParaRPr lang="es-CL" sz="850" noProof="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2555240" y="2272529"/>
              <a:ext cx="1325880" cy="959873"/>
            </a:xfrm>
            <a:prstGeom prst="roundRect">
              <a:avLst>
                <a:gd name="adj" fmla="val 6957"/>
              </a:avLst>
            </a:prstGeom>
            <a:solidFill>
              <a:srgbClr val="2B5AA0"/>
            </a:solidFill>
            <a:ln w="9525">
              <a:solidFill>
                <a:srgbClr val="2B5AA0"/>
              </a:solidFill>
              <a:prstDash val="solid"/>
            </a:ln>
          </p:spPr>
          <p:txBody>
            <a:bodyPr/>
            <a:lstStyle/>
            <a:p>
              <a:endParaRPr lang="es-CL" noProof="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2600960" y="2656578"/>
              <a:ext cx="1253490" cy="5072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8000"/>
                </a:lnSpc>
                <a:buNone/>
              </a:pPr>
              <a:r>
                <a:rPr lang="es-CL" sz="1050" b="1" noProof="0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Raspberry Pi 4</a:t>
              </a:r>
              <a:endParaRPr lang="es-CL" sz="1050" noProof="0" dirty="0"/>
            </a:p>
            <a:p>
              <a:pPr marL="0" indent="0" algn="ctr">
                <a:lnSpc>
                  <a:spcPct val="98000"/>
                </a:lnSpc>
                <a:buNone/>
              </a:pPr>
              <a:r>
                <a:rPr lang="es-CL" sz="790" noProof="0" dirty="0">
                  <a:solidFill>
                    <a:srgbClr val="F1F5F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Computador a bordo</a:t>
              </a:r>
              <a:endParaRPr lang="es-CL" sz="1050" noProof="0" dirty="0"/>
            </a:p>
            <a:p>
              <a:pPr marL="0" indent="0" algn="ctr">
                <a:lnSpc>
                  <a:spcPct val="98000"/>
                </a:lnSpc>
                <a:buNone/>
              </a:pPr>
              <a:r>
                <a:rPr lang="es-CL" sz="790" noProof="0" dirty="0">
                  <a:solidFill>
                    <a:srgbClr val="F1F5F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Comunicación y gestión</a:t>
              </a:r>
              <a:endParaRPr lang="es-CL" sz="1050" noProof="0" dirty="0"/>
            </a:p>
          </p:txBody>
        </p:sp>
      </p:grpSp>
      <p:sp>
        <p:nvSpPr>
          <p:cNvPr id="30" name="Shape 28"/>
          <p:cNvSpPr/>
          <p:nvPr/>
        </p:nvSpPr>
        <p:spPr>
          <a:xfrm>
            <a:off x="609688" y="2364570"/>
            <a:ext cx="1188720" cy="808963"/>
          </a:xfrm>
          <a:prstGeom prst="roundRect">
            <a:avLst>
              <a:gd name="adj" fmla="val 7273"/>
            </a:avLst>
          </a:prstGeom>
          <a:solidFill>
            <a:srgbClr val="CB6B22"/>
          </a:solidFill>
          <a:ln w="9525">
            <a:solidFill>
              <a:srgbClr val="CB6B22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35" name="Text 33"/>
          <p:cNvSpPr/>
          <p:nvPr/>
        </p:nvSpPr>
        <p:spPr>
          <a:xfrm>
            <a:off x="655408" y="270511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Arduino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de velocidad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</a:t>
            </a:r>
            <a:r>
              <a:rPr lang="es-CL" sz="790" noProof="0" dirty="0" err="1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odometría</a:t>
            </a:r>
            <a:endParaRPr lang="es-CL" sz="1050" noProof="0" dirty="0"/>
          </a:p>
        </p:txBody>
      </p:sp>
      <p:sp>
        <p:nvSpPr>
          <p:cNvPr id="36" name="Shape 34"/>
          <p:cNvSpPr/>
          <p:nvPr/>
        </p:nvSpPr>
        <p:spPr>
          <a:xfrm>
            <a:off x="614260" y="3433266"/>
            <a:ext cx="1188720" cy="859446"/>
          </a:xfrm>
          <a:prstGeom prst="roundRect">
            <a:avLst>
              <a:gd name="adj" fmla="val 7619"/>
            </a:avLst>
          </a:prstGeom>
          <a:solidFill>
            <a:srgbClr val="CB6B22"/>
          </a:solidFill>
          <a:ln w="9525">
            <a:solidFill>
              <a:srgbClr val="CB6B22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40" name="Text 38"/>
          <p:cNvSpPr/>
          <p:nvPr/>
        </p:nvSpPr>
        <p:spPr>
          <a:xfrm>
            <a:off x="660968" y="3817314"/>
            <a:ext cx="1120993" cy="406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Motores DC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Tracción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diferencial</a:t>
            </a:r>
            <a:endParaRPr lang="es-CL" sz="1050" noProof="0" dirty="0"/>
          </a:p>
        </p:txBody>
      </p:sp>
      <p:sp>
        <p:nvSpPr>
          <p:cNvPr id="45" name="Shape 43"/>
          <p:cNvSpPr/>
          <p:nvPr/>
        </p:nvSpPr>
        <p:spPr>
          <a:xfrm>
            <a:off x="5750236" y="712611"/>
            <a:ext cx="1280160" cy="935077"/>
          </a:xfrm>
          <a:prstGeom prst="roundRect">
            <a:avLst>
              <a:gd name="adj" fmla="val 6400"/>
            </a:avLst>
          </a:prstGeom>
          <a:solidFill>
            <a:srgbClr val="654A97"/>
          </a:solidFill>
          <a:ln w="9525">
            <a:solidFill>
              <a:srgbClr val="654A97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46" name="Shape 44"/>
          <p:cNvSpPr/>
          <p:nvPr/>
        </p:nvSpPr>
        <p:spPr>
          <a:xfrm>
            <a:off x="6262300" y="902206"/>
            <a:ext cx="256032" cy="201168"/>
          </a:xfrm>
          <a:prstGeom prst="roundRect">
            <a:avLst>
              <a:gd name="adj" fmla="val 13636"/>
            </a:avLst>
          </a:prstGeom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47" name="Shape 45"/>
          <p:cNvSpPr/>
          <p:nvPr/>
        </p:nvSpPr>
        <p:spPr>
          <a:xfrm>
            <a:off x="6344596" y="902206"/>
            <a:ext cx="91" cy="20116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48" name="Shape 46"/>
          <p:cNvSpPr/>
          <p:nvPr/>
        </p:nvSpPr>
        <p:spPr>
          <a:xfrm>
            <a:off x="6262300" y="993646"/>
            <a:ext cx="256032" cy="91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49" name="Shape 47"/>
          <p:cNvSpPr/>
          <p:nvPr/>
        </p:nvSpPr>
        <p:spPr>
          <a:xfrm>
            <a:off x="6417748" y="1011934"/>
            <a:ext cx="54864" cy="548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50" name="Text 48"/>
          <p:cNvSpPr/>
          <p:nvPr/>
        </p:nvSpPr>
        <p:spPr>
          <a:xfrm>
            <a:off x="5795956" y="1176526"/>
            <a:ext cx="1188720" cy="429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 </a:t>
            </a:r>
            <a:r>
              <a:rPr lang="es-CL" sz="1050" b="1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Toolbox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Mapeo y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estimación de pose</a:t>
            </a:r>
            <a:endParaRPr lang="es-CL" sz="1050" noProof="0" dirty="0"/>
          </a:p>
        </p:txBody>
      </p:sp>
      <p:sp>
        <p:nvSpPr>
          <p:cNvPr id="51" name="Shape 49"/>
          <p:cNvSpPr/>
          <p:nvPr/>
        </p:nvSpPr>
        <p:spPr>
          <a:xfrm>
            <a:off x="5738599" y="2337904"/>
            <a:ext cx="1280160" cy="845819"/>
          </a:xfrm>
          <a:prstGeom prst="roundRect">
            <a:avLst>
              <a:gd name="adj" fmla="val 6400"/>
            </a:avLst>
          </a:prstGeom>
          <a:solidFill>
            <a:srgbClr val="654A97"/>
          </a:solidFill>
          <a:ln w="9525">
            <a:solidFill>
              <a:srgbClr val="654A97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54" name="Text 52"/>
          <p:cNvSpPr/>
          <p:nvPr/>
        </p:nvSpPr>
        <p:spPr>
          <a:xfrm>
            <a:off x="5784319" y="2721952"/>
            <a:ext cx="1188720" cy="429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Planificación y control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navegación</a:t>
            </a:r>
            <a:endParaRPr lang="es-CL" sz="1050" noProof="0" dirty="0"/>
          </a:p>
        </p:txBody>
      </p:sp>
      <p:sp>
        <p:nvSpPr>
          <p:cNvPr id="55" name="Shape 53"/>
          <p:cNvSpPr/>
          <p:nvPr/>
        </p:nvSpPr>
        <p:spPr>
          <a:xfrm>
            <a:off x="7507315" y="712611"/>
            <a:ext cx="1280160" cy="935077"/>
          </a:xfrm>
          <a:prstGeom prst="roundRect">
            <a:avLst>
              <a:gd name="adj" fmla="val 6400"/>
            </a:avLst>
          </a:prstGeom>
          <a:solidFill>
            <a:srgbClr val="654A97"/>
          </a:solidFill>
          <a:ln w="9525">
            <a:solidFill>
              <a:srgbClr val="654A97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60" name="Text 58"/>
          <p:cNvSpPr/>
          <p:nvPr/>
        </p:nvSpPr>
        <p:spPr>
          <a:xfrm>
            <a:off x="7553035" y="1176526"/>
            <a:ext cx="1188720" cy="413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RViz2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Visualización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supervisión</a:t>
            </a:r>
            <a:endParaRPr lang="es-CL" sz="1050" noProof="0" dirty="0"/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0BA8D9D-74A8-ECE3-E17C-59943DCC7B80}"/>
              </a:ext>
            </a:extLst>
          </p:cNvPr>
          <p:cNvGrpSpPr/>
          <p:nvPr/>
        </p:nvGrpSpPr>
        <p:grpSpPr>
          <a:xfrm>
            <a:off x="7571232" y="2263785"/>
            <a:ext cx="1280160" cy="987552"/>
            <a:chOff x="7589520" y="2693323"/>
            <a:chExt cx="1280160" cy="987552"/>
          </a:xfrm>
        </p:grpSpPr>
        <p:sp>
          <p:nvSpPr>
            <p:cNvPr id="61" name="Shape 59"/>
            <p:cNvSpPr/>
            <p:nvPr/>
          </p:nvSpPr>
          <p:spPr>
            <a:xfrm>
              <a:off x="7589520" y="2693323"/>
              <a:ext cx="1280160" cy="987552"/>
            </a:xfrm>
            <a:prstGeom prst="roundRect">
              <a:avLst>
                <a:gd name="adj" fmla="val 6400"/>
              </a:avLst>
            </a:prstGeom>
            <a:solidFill>
              <a:srgbClr val="654A97"/>
            </a:solidFill>
            <a:ln w="9525">
              <a:solidFill>
                <a:srgbClr val="654A97"/>
              </a:solidFill>
              <a:prstDash val="solid"/>
            </a:ln>
          </p:spPr>
          <p:txBody>
            <a:bodyPr/>
            <a:lstStyle/>
            <a:p>
              <a:endParaRPr lang="es-CL" noProof="0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8147304" y="2793907"/>
              <a:ext cx="91" cy="219456"/>
            </a:xfrm>
            <a:prstGeom prst="line">
              <a:avLst/>
            </a:prstGeom>
            <a:noFill/>
            <a:ln w="15875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es-CL" noProof="0" dirty="0"/>
            </a:p>
          </p:txBody>
        </p:sp>
        <p:sp>
          <p:nvSpPr>
            <p:cNvPr id="63" name="Shape 61"/>
            <p:cNvSpPr/>
            <p:nvPr/>
          </p:nvSpPr>
          <p:spPr>
            <a:xfrm rot="5400000">
              <a:off x="8147304" y="2793907"/>
              <a:ext cx="155448" cy="100584"/>
            </a:xfrm>
            <a:prstGeom prst="triangle">
              <a:avLst/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es-CL" noProof="0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8124444" y="2976787"/>
              <a:ext cx="45720" cy="45720"/>
            </a:xfrm>
            <a:prstGeom prst="ellipse">
              <a:avLst/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es-CL" noProof="0" dirty="0"/>
            </a:p>
          </p:txBody>
        </p:sp>
        <p:sp>
          <p:nvSpPr>
            <p:cNvPr id="65" name="Text 63"/>
            <p:cNvSpPr/>
            <p:nvPr/>
          </p:nvSpPr>
          <p:spPr>
            <a:xfrm>
              <a:off x="7635240" y="3077371"/>
              <a:ext cx="1188720" cy="5577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8000"/>
                </a:lnSpc>
                <a:buNone/>
              </a:pPr>
              <a:r>
                <a:rPr lang="es-CL" sz="950" b="1" noProof="0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Exploración por fronteras</a:t>
              </a:r>
              <a:endParaRPr lang="es-CL" sz="950" noProof="0" dirty="0"/>
            </a:p>
            <a:p>
              <a:pPr marL="0" indent="0" algn="ctr">
                <a:lnSpc>
                  <a:spcPct val="98000"/>
                </a:lnSpc>
                <a:buNone/>
              </a:pPr>
              <a:r>
                <a:rPr lang="es-CL" sz="790" noProof="0" dirty="0">
                  <a:solidFill>
                    <a:srgbClr val="F1F5F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Generación autónoma</a:t>
              </a:r>
              <a:endParaRPr lang="es-CL" sz="950" noProof="0" dirty="0"/>
            </a:p>
            <a:p>
              <a:pPr marL="0" indent="0" algn="ctr">
                <a:lnSpc>
                  <a:spcPct val="98000"/>
                </a:lnSpc>
                <a:buNone/>
              </a:pPr>
              <a:r>
                <a:rPr lang="es-CL" sz="790" noProof="0" dirty="0">
                  <a:solidFill>
                    <a:srgbClr val="F1F5F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 metas</a:t>
              </a:r>
              <a:endParaRPr lang="es-CL" sz="950" noProof="0" dirty="0"/>
            </a:p>
          </p:txBody>
        </p:sp>
      </p:grpSp>
      <p:sp>
        <p:nvSpPr>
          <p:cNvPr id="71" name="Text 69"/>
          <p:cNvSpPr/>
          <p:nvPr/>
        </p:nvSpPr>
        <p:spPr>
          <a:xfrm>
            <a:off x="4348711" y="2506510"/>
            <a:ext cx="1097280" cy="282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s-CL" sz="800" i="1" noProof="0" dirty="0">
                <a:solidFill>
                  <a:srgbClr val="394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Intercambio de datos</a:t>
            </a:r>
            <a:endParaRPr lang="es-CL" sz="800" noProof="0" dirty="0"/>
          </a:p>
        </p:txBody>
      </p:sp>
      <p:sp>
        <p:nvSpPr>
          <p:cNvPr id="72" name="Shape 70"/>
          <p:cNvSpPr/>
          <p:nvPr/>
        </p:nvSpPr>
        <p:spPr>
          <a:xfrm>
            <a:off x="1847088" y="480309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156C78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3" name="Text 71"/>
          <p:cNvSpPr/>
          <p:nvPr/>
        </p:nvSpPr>
        <p:spPr>
          <a:xfrm>
            <a:off x="2057400" y="4748231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L" sz="900" noProof="0" dirty="0" err="1">
                <a:solidFill>
                  <a:srgbClr val="2A2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Sensado</a:t>
            </a:r>
            <a:endParaRPr lang="es-CL" sz="900" noProof="0" dirty="0"/>
          </a:p>
        </p:txBody>
      </p:sp>
      <p:sp>
        <p:nvSpPr>
          <p:cNvPr id="74" name="Shape 72"/>
          <p:cNvSpPr/>
          <p:nvPr/>
        </p:nvSpPr>
        <p:spPr>
          <a:xfrm>
            <a:off x="2825496" y="480309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CB6B22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5" name="Text 73"/>
          <p:cNvSpPr/>
          <p:nvPr/>
        </p:nvSpPr>
        <p:spPr>
          <a:xfrm>
            <a:off x="3035808" y="4748231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L" sz="900" noProof="0" dirty="0">
                <a:solidFill>
                  <a:srgbClr val="2A2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de bajo nivel</a:t>
            </a:r>
            <a:endParaRPr lang="es-CL" sz="900" noProof="0" dirty="0"/>
          </a:p>
        </p:txBody>
      </p:sp>
      <p:sp>
        <p:nvSpPr>
          <p:cNvPr id="76" name="Shape 74"/>
          <p:cNvSpPr/>
          <p:nvPr/>
        </p:nvSpPr>
        <p:spPr>
          <a:xfrm>
            <a:off x="4443984" y="480309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2B5AA0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7" name="Text 75"/>
          <p:cNvSpPr/>
          <p:nvPr/>
        </p:nvSpPr>
        <p:spPr>
          <a:xfrm>
            <a:off x="4654296" y="4748231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L" sz="900" noProof="0" dirty="0">
                <a:solidFill>
                  <a:srgbClr val="2A2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Cómputo embarcado</a:t>
            </a:r>
            <a:endParaRPr lang="es-CL" sz="900" noProof="0" dirty="0"/>
          </a:p>
        </p:txBody>
      </p:sp>
      <p:sp>
        <p:nvSpPr>
          <p:cNvPr id="78" name="Shape 76"/>
          <p:cNvSpPr/>
          <p:nvPr/>
        </p:nvSpPr>
        <p:spPr>
          <a:xfrm>
            <a:off x="5934456" y="480309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654A97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9" name="Text 77"/>
          <p:cNvSpPr/>
          <p:nvPr/>
        </p:nvSpPr>
        <p:spPr>
          <a:xfrm>
            <a:off x="6144768" y="4748231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L" sz="900" noProof="0" dirty="0">
                <a:solidFill>
                  <a:srgbClr val="2A2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Mapeo y navegación</a:t>
            </a:r>
            <a:endParaRPr lang="es-CL" sz="900" noProof="0" dirty="0"/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C99D25FD-D70E-BD2B-49E7-90D4E9F51E86}"/>
              </a:ext>
            </a:extLst>
          </p:cNvPr>
          <p:cNvCxnSpPr>
            <a:stCxn id="30" idx="2"/>
            <a:endCxn id="36" idx="0"/>
          </p:cNvCxnSpPr>
          <p:nvPr/>
        </p:nvCxnSpPr>
        <p:spPr>
          <a:xfrm>
            <a:off x="1204048" y="3173533"/>
            <a:ext cx="4572" cy="259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D6A0A3DA-31D6-8044-7A2D-2044CAF0B5C5}"/>
              </a:ext>
            </a:extLst>
          </p:cNvPr>
          <p:cNvCxnSpPr>
            <a:stCxn id="17" idx="2"/>
            <a:endCxn id="10" idx="0"/>
          </p:cNvCxnSpPr>
          <p:nvPr/>
        </p:nvCxnSpPr>
        <p:spPr>
          <a:xfrm rot="5400000">
            <a:off x="1037006" y="1761978"/>
            <a:ext cx="408165" cy="92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CC33A512-4135-9EF5-D547-D7F9D7D7AE94}"/>
              </a:ext>
            </a:extLst>
          </p:cNvPr>
          <p:cNvCxnSpPr>
            <a:stCxn id="12" idx="2"/>
            <a:endCxn id="8" idx="0"/>
          </p:cNvCxnSpPr>
          <p:nvPr/>
        </p:nvCxnSpPr>
        <p:spPr>
          <a:xfrm rot="5400000">
            <a:off x="3019940" y="1776261"/>
            <a:ext cx="379717" cy="50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8959EAD-8EEE-12B8-4313-2A3DA0C3B361}"/>
              </a:ext>
            </a:extLst>
          </p:cNvPr>
          <p:cNvCxnSpPr>
            <a:stCxn id="22" idx="1"/>
            <a:endCxn id="30" idx="3"/>
          </p:cNvCxnSpPr>
          <p:nvPr/>
        </p:nvCxnSpPr>
        <p:spPr>
          <a:xfrm flipH="1">
            <a:off x="1798408" y="2766350"/>
            <a:ext cx="743116" cy="2702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triangle" w="lg" len="med"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23ED816-11D9-D084-A528-68AB82187D01}"/>
              </a:ext>
            </a:extLst>
          </p:cNvPr>
          <p:cNvCxnSpPr>
            <a:cxnSpLocks/>
            <a:stCxn id="51" idx="1"/>
            <a:endCxn id="22" idx="3"/>
          </p:cNvCxnSpPr>
          <p:nvPr/>
        </p:nvCxnSpPr>
        <p:spPr>
          <a:xfrm flipH="1">
            <a:off x="3867404" y="2760814"/>
            <a:ext cx="1871195" cy="5536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triangle" w="lg" len="med"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7A33D42-DA6D-7955-390C-E127B448A250}"/>
              </a:ext>
            </a:extLst>
          </p:cNvPr>
          <p:cNvCxnSpPr>
            <a:cxnSpLocks/>
            <a:stCxn id="45" idx="2"/>
            <a:endCxn id="51" idx="0"/>
          </p:cNvCxnSpPr>
          <p:nvPr/>
        </p:nvCxnSpPr>
        <p:spPr>
          <a:xfrm flipH="1">
            <a:off x="6378679" y="1647688"/>
            <a:ext cx="11637" cy="690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0AD7C13E-51A3-3492-1264-D33353E647D2}"/>
              </a:ext>
            </a:extLst>
          </p:cNvPr>
          <p:cNvCxnSpPr>
            <a:cxnSpLocks/>
            <a:stCxn id="45" idx="3"/>
            <a:endCxn id="55" idx="1"/>
          </p:cNvCxnSpPr>
          <p:nvPr/>
        </p:nvCxnSpPr>
        <p:spPr>
          <a:xfrm>
            <a:off x="7030396" y="1180150"/>
            <a:ext cx="47691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F6F4AFC-DBC9-AF03-CF66-82C47AF3B81B}"/>
              </a:ext>
            </a:extLst>
          </p:cNvPr>
          <p:cNvCxnSpPr>
            <a:stCxn id="61" idx="1"/>
            <a:endCxn id="51" idx="3"/>
          </p:cNvCxnSpPr>
          <p:nvPr/>
        </p:nvCxnSpPr>
        <p:spPr>
          <a:xfrm flipH="1">
            <a:off x="7018759" y="2757561"/>
            <a:ext cx="552473" cy="32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3" name="Picture 6" descr="What is an Encoder?">
            <a:extLst>
              <a:ext uri="{FF2B5EF4-FFF2-40B4-BE49-F238E27FC236}">
                <a16:creationId xmlns:a16="http://schemas.microsoft.com/office/drawing/2014/main" id="{50F1FDB9-B151-E50D-5AC7-9ED85BEFAB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092" y="739834"/>
            <a:ext cx="324743" cy="324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4" name="Picture 10" descr="Motor - Iconos gratis de electrónica">
            <a:extLst>
              <a:ext uri="{FF2B5EF4-FFF2-40B4-BE49-F238E27FC236}">
                <a16:creationId xmlns:a16="http://schemas.microsoft.com/office/drawing/2014/main" id="{A25DDBC7-8511-A400-8B52-74448315F3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32" t="15721" r="3331" b="15777"/>
          <a:stretch>
            <a:fillRect/>
          </a:stretch>
        </p:blipFill>
        <p:spPr bwMode="auto">
          <a:xfrm>
            <a:off x="975636" y="3479870"/>
            <a:ext cx="456824" cy="337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8E5C22EE-E613-9C21-820B-1887AEEB32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092" y="-52953"/>
            <a:ext cx="418302" cy="418302"/>
          </a:xfrm>
          <a:prstGeom prst="rect">
            <a:avLst/>
          </a:prstGeom>
        </p:spPr>
      </p:pic>
      <p:pic>
        <p:nvPicPr>
          <p:cNvPr id="127" name="Picture 126">
            <a:extLst>
              <a:ext uri="{FF2B5EF4-FFF2-40B4-BE49-F238E27FC236}">
                <a16:creationId xmlns:a16="http://schemas.microsoft.com/office/drawing/2014/main" id="{ECC5E9E5-95C0-0C46-BA44-0E90EC60BE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28895" y="792478"/>
            <a:ext cx="324159" cy="324159"/>
          </a:xfrm>
          <a:prstGeom prst="rect">
            <a:avLst/>
          </a:prstGeom>
        </p:spPr>
      </p:pic>
      <p:pic>
        <p:nvPicPr>
          <p:cNvPr id="129" name="Picture 128">
            <a:extLst>
              <a:ext uri="{FF2B5EF4-FFF2-40B4-BE49-F238E27FC236}">
                <a16:creationId xmlns:a16="http://schemas.microsoft.com/office/drawing/2014/main" id="{EBD29FFF-B832-006C-D26B-312FC79CAC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9335" y="2402395"/>
            <a:ext cx="285813" cy="285813"/>
          </a:xfrm>
          <a:prstGeom prst="rect">
            <a:avLst/>
          </a:prstGeom>
        </p:spPr>
      </p:pic>
      <p:pic>
        <p:nvPicPr>
          <p:cNvPr id="131" name="Picture 130">
            <a:extLst>
              <a:ext uri="{FF2B5EF4-FFF2-40B4-BE49-F238E27FC236}">
                <a16:creationId xmlns:a16="http://schemas.microsoft.com/office/drawing/2014/main" id="{F416B0CE-366A-993D-6F8E-77DE2B385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72360" y="2340938"/>
            <a:ext cx="237227" cy="302893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0486D58A-D34E-5674-1C3B-5F9AF06BFBF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35959" y="745526"/>
            <a:ext cx="386296" cy="386296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5E4AE9BB-80FC-0F6B-5043-8C599CC8993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2352" y="2404501"/>
            <a:ext cx="295980" cy="2959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81</Words>
  <Application>Microsoft Office PowerPoint</Application>
  <PresentationFormat>On-screen Show (16:9)</PresentationFormat>
  <Paragraphs>37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Arquitectura de alto nivel</dc:title>
  <dc:subject>PptxGenJS Presentation</dc:subject>
  <dc:creator>Tesis - Robotica movil diferencial</dc:creator>
  <cp:lastModifiedBy>Sebastian Valderas</cp:lastModifiedBy>
  <cp:revision>4</cp:revision>
  <dcterms:created xsi:type="dcterms:W3CDTF">2026-07-04T22:25:20Z</dcterms:created>
  <dcterms:modified xsi:type="dcterms:W3CDTF">2026-07-05T04:34:56Z</dcterms:modified>
</cp:coreProperties>
</file>