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0" r:id="rId1"/>
  </p:sldMasterIdLst>
  <p:sldIdLst>
    <p:sldId id="256" r:id="rId2"/>
  </p:sldIdLst>
  <p:sldSz cx="15087600" cy="13808075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7E1F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4963" autoAdjust="0"/>
    <p:restoredTop sz="94660"/>
  </p:normalViewPr>
  <p:slideViewPr>
    <p:cSldViewPr snapToGrid="0">
      <p:cViewPr>
        <p:scale>
          <a:sx n="66" d="100"/>
          <a:sy n="66" d="100"/>
        </p:scale>
        <p:origin x="1186" y="-6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31570" y="2259795"/>
            <a:ext cx="12824460" cy="4807256"/>
          </a:xfrm>
        </p:spPr>
        <p:txBody>
          <a:bodyPr anchor="b"/>
          <a:lstStyle>
            <a:lvl1pPr algn="ctr">
              <a:defRPr sz="99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85950" y="7252437"/>
            <a:ext cx="11315700" cy="3333754"/>
          </a:xfrm>
        </p:spPr>
        <p:txBody>
          <a:bodyPr/>
          <a:lstStyle>
            <a:lvl1pPr marL="0" indent="0" algn="ctr">
              <a:buNone/>
              <a:defRPr sz="3960"/>
            </a:lvl1pPr>
            <a:lvl2pPr marL="754380" indent="0" algn="ctr">
              <a:buNone/>
              <a:defRPr sz="3300"/>
            </a:lvl2pPr>
            <a:lvl3pPr marL="1508760" indent="0" algn="ctr">
              <a:buNone/>
              <a:defRPr sz="2970"/>
            </a:lvl3pPr>
            <a:lvl4pPr marL="2263140" indent="0" algn="ctr">
              <a:buNone/>
              <a:defRPr sz="2640"/>
            </a:lvl4pPr>
            <a:lvl5pPr marL="3017520" indent="0" algn="ctr">
              <a:buNone/>
              <a:defRPr sz="2640"/>
            </a:lvl5pPr>
            <a:lvl6pPr marL="3771900" indent="0" algn="ctr">
              <a:buNone/>
              <a:defRPr sz="2640"/>
            </a:lvl6pPr>
            <a:lvl7pPr marL="4526280" indent="0" algn="ctr">
              <a:buNone/>
              <a:defRPr sz="2640"/>
            </a:lvl7pPr>
            <a:lvl8pPr marL="5280660" indent="0" algn="ctr">
              <a:buNone/>
              <a:defRPr sz="2640"/>
            </a:lvl8pPr>
            <a:lvl9pPr marL="6035040" indent="0" algn="ctr">
              <a:buNone/>
              <a:defRPr sz="264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5B7565-14FC-45B7-A0FD-BE613CE26E5D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BC094A-F88B-4BAB-9D9C-B088A6EE22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91446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5B7565-14FC-45B7-A0FD-BE613CE26E5D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BC094A-F88B-4BAB-9D9C-B088A6EE22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21562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9415" y="3442434"/>
            <a:ext cx="13013055" cy="5743775"/>
          </a:xfrm>
        </p:spPr>
        <p:txBody>
          <a:bodyPr anchor="b"/>
          <a:lstStyle>
            <a:lvl1pPr>
              <a:defRPr sz="99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9415" y="9240547"/>
            <a:ext cx="13013055" cy="3020515"/>
          </a:xfrm>
        </p:spPr>
        <p:txBody>
          <a:bodyPr/>
          <a:lstStyle>
            <a:lvl1pPr marL="0" indent="0">
              <a:buNone/>
              <a:defRPr sz="3960">
                <a:solidFill>
                  <a:schemeClr val="tx1">
                    <a:tint val="82000"/>
                  </a:schemeClr>
                </a:solidFill>
              </a:defRPr>
            </a:lvl1pPr>
            <a:lvl2pPr marL="754380" indent="0">
              <a:buNone/>
              <a:defRPr sz="3300">
                <a:solidFill>
                  <a:schemeClr val="tx1">
                    <a:tint val="82000"/>
                  </a:schemeClr>
                </a:solidFill>
              </a:defRPr>
            </a:lvl2pPr>
            <a:lvl3pPr marL="1508760" indent="0">
              <a:buNone/>
              <a:defRPr sz="2970">
                <a:solidFill>
                  <a:schemeClr val="tx1">
                    <a:tint val="82000"/>
                  </a:schemeClr>
                </a:solidFill>
              </a:defRPr>
            </a:lvl3pPr>
            <a:lvl4pPr marL="2263140" indent="0">
              <a:buNone/>
              <a:defRPr sz="2640">
                <a:solidFill>
                  <a:schemeClr val="tx1">
                    <a:tint val="82000"/>
                  </a:schemeClr>
                </a:solidFill>
              </a:defRPr>
            </a:lvl4pPr>
            <a:lvl5pPr marL="3017520" indent="0">
              <a:buNone/>
              <a:defRPr sz="2640">
                <a:solidFill>
                  <a:schemeClr val="tx1">
                    <a:tint val="82000"/>
                  </a:schemeClr>
                </a:solidFill>
              </a:defRPr>
            </a:lvl5pPr>
            <a:lvl6pPr marL="3771900" indent="0">
              <a:buNone/>
              <a:defRPr sz="2640">
                <a:solidFill>
                  <a:schemeClr val="tx1">
                    <a:tint val="82000"/>
                  </a:schemeClr>
                </a:solidFill>
              </a:defRPr>
            </a:lvl6pPr>
            <a:lvl7pPr marL="4526280" indent="0">
              <a:buNone/>
              <a:defRPr sz="2640">
                <a:solidFill>
                  <a:schemeClr val="tx1">
                    <a:tint val="82000"/>
                  </a:schemeClr>
                </a:solidFill>
              </a:defRPr>
            </a:lvl7pPr>
            <a:lvl8pPr marL="5280660" indent="0">
              <a:buNone/>
              <a:defRPr sz="2640">
                <a:solidFill>
                  <a:schemeClr val="tx1">
                    <a:tint val="82000"/>
                  </a:schemeClr>
                </a:solidFill>
              </a:defRPr>
            </a:lvl8pPr>
            <a:lvl9pPr marL="6035040" indent="0">
              <a:buNone/>
              <a:defRPr sz="264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5B7565-14FC-45B7-A0FD-BE613CE26E5D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BC094A-F88B-4BAB-9D9C-B088A6EE22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30451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37273" y="3675761"/>
            <a:ext cx="6412230" cy="876109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638098" y="3675761"/>
            <a:ext cx="6412230" cy="876109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5B7565-14FC-45B7-A0FD-BE613CE26E5D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BC094A-F88B-4BAB-9D9C-B088A6EE22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66105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39238" y="735155"/>
            <a:ext cx="13013055" cy="266892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39239" y="3384897"/>
            <a:ext cx="6382761" cy="1658886"/>
          </a:xfrm>
        </p:spPr>
        <p:txBody>
          <a:bodyPr anchor="b"/>
          <a:lstStyle>
            <a:lvl1pPr marL="0" indent="0">
              <a:buNone/>
              <a:defRPr sz="3960" b="1"/>
            </a:lvl1pPr>
            <a:lvl2pPr marL="754380" indent="0">
              <a:buNone/>
              <a:defRPr sz="3300" b="1"/>
            </a:lvl2pPr>
            <a:lvl3pPr marL="1508760" indent="0">
              <a:buNone/>
              <a:defRPr sz="2970" b="1"/>
            </a:lvl3pPr>
            <a:lvl4pPr marL="2263140" indent="0">
              <a:buNone/>
              <a:defRPr sz="2640" b="1"/>
            </a:lvl4pPr>
            <a:lvl5pPr marL="3017520" indent="0">
              <a:buNone/>
              <a:defRPr sz="2640" b="1"/>
            </a:lvl5pPr>
            <a:lvl6pPr marL="3771900" indent="0">
              <a:buNone/>
              <a:defRPr sz="2640" b="1"/>
            </a:lvl6pPr>
            <a:lvl7pPr marL="4526280" indent="0">
              <a:buNone/>
              <a:defRPr sz="2640" b="1"/>
            </a:lvl7pPr>
            <a:lvl8pPr marL="5280660" indent="0">
              <a:buNone/>
              <a:defRPr sz="2640" b="1"/>
            </a:lvl8pPr>
            <a:lvl9pPr marL="6035040" indent="0">
              <a:buNone/>
              <a:defRPr sz="264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39239" y="5043783"/>
            <a:ext cx="6382761" cy="74186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638098" y="3384897"/>
            <a:ext cx="6414195" cy="1658886"/>
          </a:xfrm>
        </p:spPr>
        <p:txBody>
          <a:bodyPr anchor="b"/>
          <a:lstStyle>
            <a:lvl1pPr marL="0" indent="0">
              <a:buNone/>
              <a:defRPr sz="3960" b="1"/>
            </a:lvl1pPr>
            <a:lvl2pPr marL="754380" indent="0">
              <a:buNone/>
              <a:defRPr sz="3300" b="1"/>
            </a:lvl2pPr>
            <a:lvl3pPr marL="1508760" indent="0">
              <a:buNone/>
              <a:defRPr sz="2970" b="1"/>
            </a:lvl3pPr>
            <a:lvl4pPr marL="2263140" indent="0">
              <a:buNone/>
              <a:defRPr sz="2640" b="1"/>
            </a:lvl4pPr>
            <a:lvl5pPr marL="3017520" indent="0">
              <a:buNone/>
              <a:defRPr sz="2640" b="1"/>
            </a:lvl5pPr>
            <a:lvl6pPr marL="3771900" indent="0">
              <a:buNone/>
              <a:defRPr sz="2640" b="1"/>
            </a:lvl6pPr>
            <a:lvl7pPr marL="4526280" indent="0">
              <a:buNone/>
              <a:defRPr sz="2640" b="1"/>
            </a:lvl7pPr>
            <a:lvl8pPr marL="5280660" indent="0">
              <a:buNone/>
              <a:defRPr sz="2640" b="1"/>
            </a:lvl8pPr>
            <a:lvl9pPr marL="6035040" indent="0">
              <a:buNone/>
              <a:defRPr sz="264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638098" y="5043783"/>
            <a:ext cx="6414195" cy="74186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5B7565-14FC-45B7-A0FD-BE613CE26E5D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BC094A-F88B-4BAB-9D9C-B088A6EE22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0169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5B7565-14FC-45B7-A0FD-BE613CE26E5D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BC094A-F88B-4BAB-9D9C-B088A6EE22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86277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5B7565-14FC-45B7-A0FD-BE613CE26E5D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BC094A-F88B-4BAB-9D9C-B088A6EE22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85189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39238" y="920538"/>
            <a:ext cx="4866144" cy="3221884"/>
          </a:xfrm>
        </p:spPr>
        <p:txBody>
          <a:bodyPr anchor="b"/>
          <a:lstStyle>
            <a:lvl1pPr>
              <a:defRPr sz="528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14195" y="1988110"/>
            <a:ext cx="7638098" cy="9812683"/>
          </a:xfrm>
        </p:spPr>
        <p:txBody>
          <a:bodyPr/>
          <a:lstStyle>
            <a:lvl1pPr>
              <a:defRPr sz="5280"/>
            </a:lvl1pPr>
            <a:lvl2pPr>
              <a:defRPr sz="4620"/>
            </a:lvl2pPr>
            <a:lvl3pPr>
              <a:defRPr sz="3960"/>
            </a:lvl3pPr>
            <a:lvl4pPr>
              <a:defRPr sz="3300"/>
            </a:lvl4pPr>
            <a:lvl5pPr>
              <a:defRPr sz="3300"/>
            </a:lvl5pPr>
            <a:lvl6pPr>
              <a:defRPr sz="3300"/>
            </a:lvl6pPr>
            <a:lvl7pPr>
              <a:defRPr sz="3300"/>
            </a:lvl7pPr>
            <a:lvl8pPr>
              <a:defRPr sz="3300"/>
            </a:lvl8pPr>
            <a:lvl9pPr>
              <a:defRPr sz="3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39238" y="4142423"/>
            <a:ext cx="4866144" cy="7674350"/>
          </a:xfrm>
        </p:spPr>
        <p:txBody>
          <a:bodyPr/>
          <a:lstStyle>
            <a:lvl1pPr marL="0" indent="0">
              <a:buNone/>
              <a:defRPr sz="2640"/>
            </a:lvl1pPr>
            <a:lvl2pPr marL="754380" indent="0">
              <a:buNone/>
              <a:defRPr sz="2310"/>
            </a:lvl2pPr>
            <a:lvl3pPr marL="1508760" indent="0">
              <a:buNone/>
              <a:defRPr sz="1980"/>
            </a:lvl3pPr>
            <a:lvl4pPr marL="2263140" indent="0">
              <a:buNone/>
              <a:defRPr sz="1650"/>
            </a:lvl4pPr>
            <a:lvl5pPr marL="3017520" indent="0">
              <a:buNone/>
              <a:defRPr sz="1650"/>
            </a:lvl5pPr>
            <a:lvl6pPr marL="3771900" indent="0">
              <a:buNone/>
              <a:defRPr sz="1650"/>
            </a:lvl6pPr>
            <a:lvl7pPr marL="4526280" indent="0">
              <a:buNone/>
              <a:defRPr sz="1650"/>
            </a:lvl7pPr>
            <a:lvl8pPr marL="5280660" indent="0">
              <a:buNone/>
              <a:defRPr sz="1650"/>
            </a:lvl8pPr>
            <a:lvl9pPr marL="6035040" indent="0">
              <a:buNone/>
              <a:defRPr sz="16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5B7565-14FC-45B7-A0FD-BE613CE26E5D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BC094A-F88B-4BAB-9D9C-B088A6EE22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60023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39238" y="920538"/>
            <a:ext cx="4866144" cy="3221884"/>
          </a:xfrm>
        </p:spPr>
        <p:txBody>
          <a:bodyPr anchor="b"/>
          <a:lstStyle>
            <a:lvl1pPr>
              <a:defRPr sz="528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414195" y="1988110"/>
            <a:ext cx="7638098" cy="9812683"/>
          </a:xfrm>
        </p:spPr>
        <p:txBody>
          <a:bodyPr anchor="t"/>
          <a:lstStyle>
            <a:lvl1pPr marL="0" indent="0">
              <a:buNone/>
              <a:defRPr sz="5280"/>
            </a:lvl1pPr>
            <a:lvl2pPr marL="754380" indent="0">
              <a:buNone/>
              <a:defRPr sz="4620"/>
            </a:lvl2pPr>
            <a:lvl3pPr marL="1508760" indent="0">
              <a:buNone/>
              <a:defRPr sz="3960"/>
            </a:lvl3pPr>
            <a:lvl4pPr marL="2263140" indent="0">
              <a:buNone/>
              <a:defRPr sz="3300"/>
            </a:lvl4pPr>
            <a:lvl5pPr marL="3017520" indent="0">
              <a:buNone/>
              <a:defRPr sz="3300"/>
            </a:lvl5pPr>
            <a:lvl6pPr marL="3771900" indent="0">
              <a:buNone/>
              <a:defRPr sz="3300"/>
            </a:lvl6pPr>
            <a:lvl7pPr marL="4526280" indent="0">
              <a:buNone/>
              <a:defRPr sz="3300"/>
            </a:lvl7pPr>
            <a:lvl8pPr marL="5280660" indent="0">
              <a:buNone/>
              <a:defRPr sz="3300"/>
            </a:lvl8pPr>
            <a:lvl9pPr marL="6035040" indent="0">
              <a:buNone/>
              <a:defRPr sz="33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39238" y="4142423"/>
            <a:ext cx="4866144" cy="7674350"/>
          </a:xfrm>
        </p:spPr>
        <p:txBody>
          <a:bodyPr/>
          <a:lstStyle>
            <a:lvl1pPr marL="0" indent="0">
              <a:buNone/>
              <a:defRPr sz="2640"/>
            </a:lvl1pPr>
            <a:lvl2pPr marL="754380" indent="0">
              <a:buNone/>
              <a:defRPr sz="2310"/>
            </a:lvl2pPr>
            <a:lvl3pPr marL="1508760" indent="0">
              <a:buNone/>
              <a:defRPr sz="1980"/>
            </a:lvl3pPr>
            <a:lvl4pPr marL="2263140" indent="0">
              <a:buNone/>
              <a:defRPr sz="1650"/>
            </a:lvl4pPr>
            <a:lvl5pPr marL="3017520" indent="0">
              <a:buNone/>
              <a:defRPr sz="1650"/>
            </a:lvl5pPr>
            <a:lvl6pPr marL="3771900" indent="0">
              <a:buNone/>
              <a:defRPr sz="1650"/>
            </a:lvl6pPr>
            <a:lvl7pPr marL="4526280" indent="0">
              <a:buNone/>
              <a:defRPr sz="1650"/>
            </a:lvl7pPr>
            <a:lvl8pPr marL="5280660" indent="0">
              <a:buNone/>
              <a:defRPr sz="1650"/>
            </a:lvl8pPr>
            <a:lvl9pPr marL="6035040" indent="0">
              <a:buNone/>
              <a:defRPr sz="16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5B7565-14FC-45B7-A0FD-BE613CE26E5D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BC094A-F88B-4BAB-9D9C-B088A6EE22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96537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5B7565-14FC-45B7-A0FD-BE613CE26E5D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BC094A-F88B-4BAB-9D9C-B088A6EE22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3941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797064" y="735152"/>
            <a:ext cx="3253264" cy="1170170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37273" y="735152"/>
            <a:ext cx="9571196" cy="1170170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5B7565-14FC-45B7-A0FD-BE613CE26E5D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BC094A-F88B-4BAB-9D9C-B088A6EE22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72363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37273" y="735155"/>
            <a:ext cx="13013055" cy="266892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37273" y="3675761"/>
            <a:ext cx="13013055" cy="876109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7273" y="12798043"/>
            <a:ext cx="3394710" cy="73515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98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E5B7565-14FC-45B7-A0FD-BE613CE26E5D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997768" y="12798043"/>
            <a:ext cx="5092065" cy="73515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98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655618" y="12798043"/>
            <a:ext cx="3394710" cy="73515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98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0BC094A-F88B-4BAB-9D9C-B088A6EE22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38563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  <p:sldLayoutId id="2147483724" r:id="rId4"/>
    <p:sldLayoutId id="2147483725" r:id="rId5"/>
    <p:sldLayoutId id="2147483726" r:id="rId6"/>
    <p:sldLayoutId id="2147483727" r:id="rId7"/>
    <p:sldLayoutId id="2147483728" r:id="rId8"/>
    <p:sldLayoutId id="2147483729" r:id="rId9"/>
    <p:sldLayoutId id="2147483730" r:id="rId10"/>
    <p:sldLayoutId id="2147483731" r:id="rId11"/>
  </p:sldLayoutIdLst>
  <p:txStyles>
    <p:titleStyle>
      <a:lvl1pPr algn="l" defTabSz="1508760" rtl="0" eaLnBrk="1" latinLnBrk="0" hangingPunct="1">
        <a:lnSpc>
          <a:spcPct val="90000"/>
        </a:lnSpc>
        <a:spcBef>
          <a:spcPct val="0"/>
        </a:spcBef>
        <a:buNone/>
        <a:defRPr sz="726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77190" indent="-377190" algn="l" defTabSz="1508760" rtl="0" eaLnBrk="1" latinLnBrk="0" hangingPunct="1">
        <a:lnSpc>
          <a:spcPct val="90000"/>
        </a:lnSpc>
        <a:spcBef>
          <a:spcPts val="1650"/>
        </a:spcBef>
        <a:buFont typeface="Arial" panose="020B0604020202020204" pitchFamily="34" charset="0"/>
        <a:buChar char="•"/>
        <a:defRPr sz="4620" kern="1200">
          <a:solidFill>
            <a:schemeClr val="tx1"/>
          </a:solidFill>
          <a:latin typeface="+mn-lt"/>
          <a:ea typeface="+mn-ea"/>
          <a:cs typeface="+mn-cs"/>
        </a:defRPr>
      </a:lvl1pPr>
      <a:lvl2pPr marL="1131570" indent="-377190" algn="l" defTabSz="1508760" rtl="0" eaLnBrk="1" latinLnBrk="0" hangingPunct="1">
        <a:lnSpc>
          <a:spcPct val="90000"/>
        </a:lnSpc>
        <a:spcBef>
          <a:spcPts val="825"/>
        </a:spcBef>
        <a:buFont typeface="Arial" panose="020B0604020202020204" pitchFamily="34" charset="0"/>
        <a:buChar char="•"/>
        <a:defRPr sz="3960" kern="1200">
          <a:solidFill>
            <a:schemeClr val="tx1"/>
          </a:solidFill>
          <a:latin typeface="+mn-lt"/>
          <a:ea typeface="+mn-ea"/>
          <a:cs typeface="+mn-cs"/>
        </a:defRPr>
      </a:lvl2pPr>
      <a:lvl3pPr marL="1885950" indent="-377190" algn="l" defTabSz="1508760" rtl="0" eaLnBrk="1" latinLnBrk="0" hangingPunct="1">
        <a:lnSpc>
          <a:spcPct val="90000"/>
        </a:lnSpc>
        <a:spcBef>
          <a:spcPts val="825"/>
        </a:spcBef>
        <a:buFont typeface="Arial" panose="020B0604020202020204" pitchFamily="34" charset="0"/>
        <a:buChar char="•"/>
        <a:defRPr sz="3300" kern="1200">
          <a:solidFill>
            <a:schemeClr val="tx1"/>
          </a:solidFill>
          <a:latin typeface="+mn-lt"/>
          <a:ea typeface="+mn-ea"/>
          <a:cs typeface="+mn-cs"/>
        </a:defRPr>
      </a:lvl3pPr>
      <a:lvl4pPr marL="2640330" indent="-377190" algn="l" defTabSz="1508760" rtl="0" eaLnBrk="1" latinLnBrk="0" hangingPunct="1">
        <a:lnSpc>
          <a:spcPct val="90000"/>
        </a:lnSpc>
        <a:spcBef>
          <a:spcPts val="825"/>
        </a:spcBef>
        <a:buFont typeface="Arial" panose="020B0604020202020204" pitchFamily="34" charset="0"/>
        <a:buChar char="•"/>
        <a:defRPr sz="2970" kern="1200">
          <a:solidFill>
            <a:schemeClr val="tx1"/>
          </a:solidFill>
          <a:latin typeface="+mn-lt"/>
          <a:ea typeface="+mn-ea"/>
          <a:cs typeface="+mn-cs"/>
        </a:defRPr>
      </a:lvl4pPr>
      <a:lvl5pPr marL="3394710" indent="-377190" algn="l" defTabSz="1508760" rtl="0" eaLnBrk="1" latinLnBrk="0" hangingPunct="1">
        <a:lnSpc>
          <a:spcPct val="90000"/>
        </a:lnSpc>
        <a:spcBef>
          <a:spcPts val="825"/>
        </a:spcBef>
        <a:buFont typeface="Arial" panose="020B0604020202020204" pitchFamily="34" charset="0"/>
        <a:buChar char="•"/>
        <a:defRPr sz="2970" kern="1200">
          <a:solidFill>
            <a:schemeClr val="tx1"/>
          </a:solidFill>
          <a:latin typeface="+mn-lt"/>
          <a:ea typeface="+mn-ea"/>
          <a:cs typeface="+mn-cs"/>
        </a:defRPr>
      </a:lvl5pPr>
      <a:lvl6pPr marL="4149090" indent="-377190" algn="l" defTabSz="1508760" rtl="0" eaLnBrk="1" latinLnBrk="0" hangingPunct="1">
        <a:lnSpc>
          <a:spcPct val="90000"/>
        </a:lnSpc>
        <a:spcBef>
          <a:spcPts val="825"/>
        </a:spcBef>
        <a:buFont typeface="Arial" panose="020B0604020202020204" pitchFamily="34" charset="0"/>
        <a:buChar char="•"/>
        <a:defRPr sz="2970" kern="1200">
          <a:solidFill>
            <a:schemeClr val="tx1"/>
          </a:solidFill>
          <a:latin typeface="+mn-lt"/>
          <a:ea typeface="+mn-ea"/>
          <a:cs typeface="+mn-cs"/>
        </a:defRPr>
      </a:lvl6pPr>
      <a:lvl7pPr marL="4903470" indent="-377190" algn="l" defTabSz="1508760" rtl="0" eaLnBrk="1" latinLnBrk="0" hangingPunct="1">
        <a:lnSpc>
          <a:spcPct val="90000"/>
        </a:lnSpc>
        <a:spcBef>
          <a:spcPts val="825"/>
        </a:spcBef>
        <a:buFont typeface="Arial" panose="020B0604020202020204" pitchFamily="34" charset="0"/>
        <a:buChar char="•"/>
        <a:defRPr sz="2970" kern="1200">
          <a:solidFill>
            <a:schemeClr val="tx1"/>
          </a:solidFill>
          <a:latin typeface="+mn-lt"/>
          <a:ea typeface="+mn-ea"/>
          <a:cs typeface="+mn-cs"/>
        </a:defRPr>
      </a:lvl7pPr>
      <a:lvl8pPr marL="5657850" indent="-377190" algn="l" defTabSz="1508760" rtl="0" eaLnBrk="1" latinLnBrk="0" hangingPunct="1">
        <a:lnSpc>
          <a:spcPct val="90000"/>
        </a:lnSpc>
        <a:spcBef>
          <a:spcPts val="825"/>
        </a:spcBef>
        <a:buFont typeface="Arial" panose="020B0604020202020204" pitchFamily="34" charset="0"/>
        <a:buChar char="•"/>
        <a:defRPr sz="2970" kern="1200">
          <a:solidFill>
            <a:schemeClr val="tx1"/>
          </a:solidFill>
          <a:latin typeface="+mn-lt"/>
          <a:ea typeface="+mn-ea"/>
          <a:cs typeface="+mn-cs"/>
        </a:defRPr>
      </a:lvl8pPr>
      <a:lvl9pPr marL="6412230" indent="-377190" algn="l" defTabSz="1508760" rtl="0" eaLnBrk="1" latinLnBrk="0" hangingPunct="1">
        <a:lnSpc>
          <a:spcPct val="90000"/>
        </a:lnSpc>
        <a:spcBef>
          <a:spcPts val="825"/>
        </a:spcBef>
        <a:buFont typeface="Arial" panose="020B0604020202020204" pitchFamily="34" charset="0"/>
        <a:buChar char="•"/>
        <a:defRPr sz="297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508760" rtl="0" eaLnBrk="1" latinLnBrk="0" hangingPunct="1">
        <a:defRPr sz="2970" kern="1200">
          <a:solidFill>
            <a:schemeClr val="tx1"/>
          </a:solidFill>
          <a:latin typeface="+mn-lt"/>
          <a:ea typeface="+mn-ea"/>
          <a:cs typeface="+mn-cs"/>
        </a:defRPr>
      </a:lvl1pPr>
      <a:lvl2pPr marL="754380" algn="l" defTabSz="1508760" rtl="0" eaLnBrk="1" latinLnBrk="0" hangingPunct="1">
        <a:defRPr sz="2970" kern="1200">
          <a:solidFill>
            <a:schemeClr val="tx1"/>
          </a:solidFill>
          <a:latin typeface="+mn-lt"/>
          <a:ea typeface="+mn-ea"/>
          <a:cs typeface="+mn-cs"/>
        </a:defRPr>
      </a:lvl2pPr>
      <a:lvl3pPr marL="1508760" algn="l" defTabSz="1508760" rtl="0" eaLnBrk="1" latinLnBrk="0" hangingPunct="1">
        <a:defRPr sz="2970" kern="1200">
          <a:solidFill>
            <a:schemeClr val="tx1"/>
          </a:solidFill>
          <a:latin typeface="+mn-lt"/>
          <a:ea typeface="+mn-ea"/>
          <a:cs typeface="+mn-cs"/>
        </a:defRPr>
      </a:lvl3pPr>
      <a:lvl4pPr marL="2263140" algn="l" defTabSz="1508760" rtl="0" eaLnBrk="1" latinLnBrk="0" hangingPunct="1">
        <a:defRPr sz="2970" kern="1200">
          <a:solidFill>
            <a:schemeClr val="tx1"/>
          </a:solidFill>
          <a:latin typeface="+mn-lt"/>
          <a:ea typeface="+mn-ea"/>
          <a:cs typeface="+mn-cs"/>
        </a:defRPr>
      </a:lvl4pPr>
      <a:lvl5pPr marL="3017520" algn="l" defTabSz="1508760" rtl="0" eaLnBrk="1" latinLnBrk="0" hangingPunct="1">
        <a:defRPr sz="2970" kern="1200">
          <a:solidFill>
            <a:schemeClr val="tx1"/>
          </a:solidFill>
          <a:latin typeface="+mn-lt"/>
          <a:ea typeface="+mn-ea"/>
          <a:cs typeface="+mn-cs"/>
        </a:defRPr>
      </a:lvl5pPr>
      <a:lvl6pPr marL="3771900" algn="l" defTabSz="1508760" rtl="0" eaLnBrk="1" latinLnBrk="0" hangingPunct="1">
        <a:defRPr sz="2970" kern="1200">
          <a:solidFill>
            <a:schemeClr val="tx1"/>
          </a:solidFill>
          <a:latin typeface="+mn-lt"/>
          <a:ea typeface="+mn-ea"/>
          <a:cs typeface="+mn-cs"/>
        </a:defRPr>
      </a:lvl6pPr>
      <a:lvl7pPr marL="4526280" algn="l" defTabSz="1508760" rtl="0" eaLnBrk="1" latinLnBrk="0" hangingPunct="1">
        <a:defRPr sz="2970" kern="1200">
          <a:solidFill>
            <a:schemeClr val="tx1"/>
          </a:solidFill>
          <a:latin typeface="+mn-lt"/>
          <a:ea typeface="+mn-ea"/>
          <a:cs typeface="+mn-cs"/>
        </a:defRPr>
      </a:lvl7pPr>
      <a:lvl8pPr marL="5280660" algn="l" defTabSz="1508760" rtl="0" eaLnBrk="1" latinLnBrk="0" hangingPunct="1">
        <a:defRPr sz="2970" kern="1200">
          <a:solidFill>
            <a:schemeClr val="tx1"/>
          </a:solidFill>
          <a:latin typeface="+mn-lt"/>
          <a:ea typeface="+mn-ea"/>
          <a:cs typeface="+mn-cs"/>
        </a:defRPr>
      </a:lvl8pPr>
      <a:lvl9pPr marL="6035040" algn="l" defTabSz="1508760" rtl="0" eaLnBrk="1" latinLnBrk="0" hangingPunct="1">
        <a:defRPr sz="297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Rectangle 78">
            <a:extLst>
              <a:ext uri="{FF2B5EF4-FFF2-40B4-BE49-F238E27FC236}">
                <a16:creationId xmlns:a16="http://schemas.microsoft.com/office/drawing/2014/main" id="{568D415E-A9E0-CD2B-52CA-65FF0D33E29D}"/>
              </a:ext>
            </a:extLst>
          </p:cNvPr>
          <p:cNvSpPr/>
          <p:nvPr/>
        </p:nvSpPr>
        <p:spPr>
          <a:xfrm>
            <a:off x="0" y="1092608"/>
            <a:ext cx="15087600" cy="451147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85000"/>
              </a:schemeClr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8" name="Rectangle: Rounded Corners 77">
            <a:extLst>
              <a:ext uri="{FF2B5EF4-FFF2-40B4-BE49-F238E27FC236}">
                <a16:creationId xmlns:a16="http://schemas.microsoft.com/office/drawing/2014/main" id="{FAFB270E-1048-C8DE-47D9-32D37E07F135}"/>
              </a:ext>
            </a:extLst>
          </p:cNvPr>
          <p:cNvSpPr/>
          <p:nvPr/>
        </p:nvSpPr>
        <p:spPr>
          <a:xfrm>
            <a:off x="12315558" y="9093033"/>
            <a:ext cx="494986" cy="1821704"/>
          </a:xfrm>
          <a:prstGeom prst="roundRect">
            <a:avLst>
              <a:gd name="adj" fmla="val 0"/>
            </a:avLst>
          </a:prstGeom>
          <a:solidFill>
            <a:srgbClr val="FFB7B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35" b="1" dirty="0">
              <a:solidFill>
                <a:srgbClr val="FF0000"/>
              </a:solidFill>
            </a:endParaRPr>
          </a:p>
        </p:txBody>
      </p:sp>
      <p:sp>
        <p:nvSpPr>
          <p:cNvPr id="44" name="Rectangle: Rounded Corners 43">
            <a:extLst>
              <a:ext uri="{FF2B5EF4-FFF2-40B4-BE49-F238E27FC236}">
                <a16:creationId xmlns:a16="http://schemas.microsoft.com/office/drawing/2014/main" id="{29EF562E-617D-F2C0-B447-8F57A89786F9}"/>
              </a:ext>
            </a:extLst>
          </p:cNvPr>
          <p:cNvSpPr/>
          <p:nvPr/>
        </p:nvSpPr>
        <p:spPr>
          <a:xfrm>
            <a:off x="9088383" y="7782225"/>
            <a:ext cx="494085" cy="1839160"/>
          </a:xfrm>
          <a:prstGeom prst="roundRect">
            <a:avLst>
              <a:gd name="adj" fmla="val 0"/>
            </a:avLst>
          </a:prstGeom>
          <a:solidFill>
            <a:srgbClr val="F7E1F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35" b="1" dirty="0">
              <a:solidFill>
                <a:srgbClr val="7030A0"/>
              </a:solidFill>
            </a:endParaRP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7C531660-4D15-BB0E-F0E4-A102C687694F}"/>
              </a:ext>
            </a:extLst>
          </p:cNvPr>
          <p:cNvSpPr/>
          <p:nvPr/>
        </p:nvSpPr>
        <p:spPr>
          <a:xfrm>
            <a:off x="4843721" y="174852"/>
            <a:ext cx="2423809" cy="711707"/>
          </a:xfrm>
          <a:prstGeom prst="roundRect">
            <a:avLst/>
          </a:prstGeom>
          <a:solidFill>
            <a:srgbClr val="B7CFFF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835" b="1" dirty="0" err="1">
                <a:solidFill>
                  <a:srgbClr val="002060"/>
                </a:solidFill>
              </a:rPr>
              <a:t>DiffDriveArduino</a:t>
            </a:r>
            <a:endParaRPr lang="en-US" sz="1835" b="1" dirty="0">
              <a:solidFill>
                <a:srgbClr val="002060"/>
              </a:solidFill>
            </a:endParaRP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E2113F5B-FA99-93D0-44F5-648D9AD2E711}"/>
              </a:ext>
            </a:extLst>
          </p:cNvPr>
          <p:cNvSpPr/>
          <p:nvPr/>
        </p:nvSpPr>
        <p:spPr>
          <a:xfrm>
            <a:off x="11362330" y="187384"/>
            <a:ext cx="2423809" cy="711707"/>
          </a:xfrm>
          <a:prstGeom prst="roundRect">
            <a:avLst/>
          </a:prstGeom>
          <a:solidFill>
            <a:srgbClr val="FFB7B7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835" b="1" dirty="0">
                <a:solidFill>
                  <a:srgbClr val="FF0000"/>
                </a:solidFill>
              </a:rPr>
              <a:t>Arduino Nano</a:t>
            </a:r>
            <a:endParaRPr lang="en-US" sz="1835" b="1" dirty="0">
              <a:solidFill>
                <a:srgbClr val="FF0000"/>
              </a:solidFill>
            </a:endParaRP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23A21799-B134-65DD-4603-D3702E11870F}"/>
              </a:ext>
            </a:extLst>
          </p:cNvPr>
          <p:cNvSpPr/>
          <p:nvPr/>
        </p:nvSpPr>
        <p:spPr>
          <a:xfrm>
            <a:off x="8086839" y="174852"/>
            <a:ext cx="2423809" cy="711707"/>
          </a:xfrm>
          <a:prstGeom prst="roundRect">
            <a:avLst/>
          </a:prstGeom>
          <a:solidFill>
            <a:srgbClr val="F2CFEE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835" b="1" dirty="0" err="1">
                <a:solidFill>
                  <a:srgbClr val="7030A0"/>
                </a:solidFill>
              </a:rPr>
              <a:t>ArduinoComms</a:t>
            </a:r>
            <a:endParaRPr lang="en-US" sz="1835" b="1" dirty="0">
              <a:solidFill>
                <a:srgbClr val="7030A0"/>
              </a:solidFill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255A39A9-5072-9801-6EF5-34AA35851894}"/>
              </a:ext>
            </a:extLst>
          </p:cNvPr>
          <p:cNvSpPr/>
          <p:nvPr/>
        </p:nvSpPr>
        <p:spPr>
          <a:xfrm>
            <a:off x="5773636" y="2115934"/>
            <a:ext cx="494986" cy="6313792"/>
          </a:xfrm>
          <a:prstGeom prst="roundRect">
            <a:avLst>
              <a:gd name="adj" fmla="val 0"/>
            </a:avLst>
          </a:prstGeom>
          <a:solidFill>
            <a:srgbClr val="D9E6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35" b="1" dirty="0">
              <a:solidFill>
                <a:srgbClr val="FF0000"/>
              </a:solidFill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D22CE432-84BC-6555-A7C3-4532320E052C}"/>
              </a:ext>
            </a:extLst>
          </p:cNvPr>
          <p:cNvCxnSpPr>
            <a:cxnSpLocks/>
          </p:cNvCxnSpPr>
          <p:nvPr/>
        </p:nvCxnSpPr>
        <p:spPr>
          <a:xfrm flipH="1">
            <a:off x="6020029" y="886555"/>
            <a:ext cx="5533" cy="12305494"/>
          </a:xfrm>
          <a:prstGeom prst="line">
            <a:avLst/>
          </a:prstGeom>
          <a:ln>
            <a:solidFill>
              <a:srgbClr val="B7CFFF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58E5D6E6-B6AF-C873-0CD2-557415FB5B62}"/>
              </a:ext>
            </a:extLst>
          </p:cNvPr>
          <p:cNvSpPr/>
          <p:nvPr/>
        </p:nvSpPr>
        <p:spPr>
          <a:xfrm>
            <a:off x="12321071" y="2115934"/>
            <a:ext cx="494986" cy="3063726"/>
          </a:xfrm>
          <a:prstGeom prst="roundRect">
            <a:avLst>
              <a:gd name="adj" fmla="val 0"/>
            </a:avLst>
          </a:prstGeom>
          <a:solidFill>
            <a:srgbClr val="FFB7B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35" b="1" dirty="0">
              <a:solidFill>
                <a:srgbClr val="FF0000"/>
              </a:solidFill>
            </a:endParaRP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326BE337-C8F8-1A5B-74F4-B56DF7CC7CC6}"/>
              </a:ext>
            </a:extLst>
          </p:cNvPr>
          <p:cNvCxnSpPr>
            <a:cxnSpLocks/>
          </p:cNvCxnSpPr>
          <p:nvPr/>
        </p:nvCxnSpPr>
        <p:spPr>
          <a:xfrm>
            <a:off x="12575190" y="899083"/>
            <a:ext cx="0" cy="12305494"/>
          </a:xfrm>
          <a:prstGeom prst="line">
            <a:avLst/>
          </a:prstGeom>
          <a:ln>
            <a:solidFill>
              <a:srgbClr val="FF9B9B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2" name="Group 11">
            <a:extLst>
              <a:ext uri="{FF2B5EF4-FFF2-40B4-BE49-F238E27FC236}">
                <a16:creationId xmlns:a16="http://schemas.microsoft.com/office/drawing/2014/main" id="{BB00452B-03AB-0A52-F176-F1588A1B12F4}"/>
              </a:ext>
            </a:extLst>
          </p:cNvPr>
          <p:cNvGrpSpPr/>
          <p:nvPr/>
        </p:nvGrpSpPr>
        <p:grpSpPr>
          <a:xfrm>
            <a:off x="159639" y="2098478"/>
            <a:ext cx="3799105" cy="594265"/>
            <a:chOff x="55258" y="1743093"/>
            <a:chExt cx="3726425" cy="582895"/>
          </a:xfrm>
        </p:grpSpPr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7464522F-A626-424D-AB10-568DB1E39D39}"/>
                </a:ext>
              </a:extLst>
            </p:cNvPr>
            <p:cNvSpPr/>
            <p:nvPr/>
          </p:nvSpPr>
          <p:spPr>
            <a:xfrm>
              <a:off x="55258" y="1760221"/>
              <a:ext cx="548640" cy="54864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sz="1631" b="1" dirty="0"/>
                <a:t>A</a:t>
              </a:r>
              <a:endParaRPr lang="en-US" sz="1631" b="1" dirty="0"/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9EB2A74C-5DA8-4EA5-35EB-FEE615E60000}"/>
                </a:ext>
              </a:extLst>
            </p:cNvPr>
            <p:cNvSpPr txBox="1"/>
            <p:nvPr/>
          </p:nvSpPr>
          <p:spPr>
            <a:xfrm>
              <a:off x="800102" y="1743093"/>
              <a:ext cx="2981581" cy="582895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lang="es-ES" sz="1631" b="1" dirty="0" err="1"/>
                <a:t>setup</a:t>
              </a:r>
              <a:r>
                <a:rPr lang="es-ES" sz="1631" b="1" dirty="0"/>
                <a:t>()</a:t>
              </a:r>
            </a:p>
            <a:p>
              <a:r>
                <a:rPr lang="es-ES" sz="1631" dirty="0" err="1"/>
                <a:t>Serial.begin</a:t>
              </a:r>
              <a:r>
                <a:rPr lang="es-ES" sz="1631" dirty="0"/>
                <a:t>(57600)</a:t>
              </a:r>
              <a:endParaRPr lang="en-US" sz="1631" dirty="0"/>
            </a:p>
          </p:txBody>
        </p:sp>
      </p:grp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92C7AF06-D268-221F-906F-3824AC85B521}"/>
              </a:ext>
            </a:extLst>
          </p:cNvPr>
          <p:cNvCxnSpPr>
            <a:cxnSpLocks/>
          </p:cNvCxnSpPr>
          <p:nvPr/>
        </p:nvCxnSpPr>
        <p:spPr>
          <a:xfrm>
            <a:off x="9297287" y="886555"/>
            <a:ext cx="58600" cy="12305494"/>
          </a:xfrm>
          <a:prstGeom prst="line">
            <a:avLst/>
          </a:prstGeom>
          <a:ln>
            <a:solidFill>
              <a:srgbClr val="F2CFE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5" name="Group 14">
            <a:extLst>
              <a:ext uri="{FF2B5EF4-FFF2-40B4-BE49-F238E27FC236}">
                <a16:creationId xmlns:a16="http://schemas.microsoft.com/office/drawing/2014/main" id="{0D5BDC3E-B9CF-2C51-0106-FA3BFC7A6770}"/>
              </a:ext>
            </a:extLst>
          </p:cNvPr>
          <p:cNvGrpSpPr/>
          <p:nvPr/>
        </p:nvGrpSpPr>
        <p:grpSpPr>
          <a:xfrm>
            <a:off x="159639" y="3341460"/>
            <a:ext cx="3799105" cy="594265"/>
            <a:chOff x="55258" y="1743093"/>
            <a:chExt cx="3726425" cy="582895"/>
          </a:xfrm>
        </p:grpSpPr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8714807A-699A-9EB5-8DC2-D23A0AE8ABDA}"/>
                </a:ext>
              </a:extLst>
            </p:cNvPr>
            <p:cNvSpPr/>
            <p:nvPr/>
          </p:nvSpPr>
          <p:spPr>
            <a:xfrm>
              <a:off x="55258" y="1760221"/>
              <a:ext cx="548640" cy="54864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sz="1631" b="1" dirty="0"/>
                <a:t>B</a:t>
              </a:r>
              <a:endParaRPr lang="en-US" sz="1631" b="1" dirty="0"/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B4D7DCD5-D22C-F494-B743-041FAFF63034}"/>
                </a:ext>
              </a:extLst>
            </p:cNvPr>
            <p:cNvSpPr txBox="1"/>
            <p:nvPr/>
          </p:nvSpPr>
          <p:spPr>
            <a:xfrm>
              <a:off x="800102" y="1743093"/>
              <a:ext cx="2981581" cy="582895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lang="es-ES" sz="1631" b="1" dirty="0" err="1"/>
                <a:t>initMotorController</a:t>
              </a:r>
              <a:r>
                <a:rPr lang="es-ES" sz="1631" b="1" dirty="0"/>
                <a:t>()</a:t>
              </a:r>
            </a:p>
            <a:p>
              <a:r>
                <a:rPr lang="es-ES" sz="1631" dirty="0" err="1"/>
                <a:t>Enable</a:t>
              </a:r>
              <a:r>
                <a:rPr lang="es-ES" sz="1631" dirty="0"/>
                <a:t> </a:t>
              </a:r>
              <a:r>
                <a:rPr lang="es-ES" sz="1631" dirty="0" err="1"/>
                <a:t>pins</a:t>
              </a:r>
              <a:r>
                <a:rPr lang="es-ES" sz="1631" dirty="0"/>
                <a:t> -&gt; HIGH</a:t>
              </a:r>
              <a:endParaRPr lang="en-US" sz="1631" dirty="0"/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BC3DF5EF-357D-2369-B9C6-D2BBFF51D68C}"/>
              </a:ext>
            </a:extLst>
          </p:cNvPr>
          <p:cNvGrpSpPr/>
          <p:nvPr/>
        </p:nvGrpSpPr>
        <p:grpSpPr>
          <a:xfrm>
            <a:off x="159639" y="4584440"/>
            <a:ext cx="3799105" cy="594265"/>
            <a:chOff x="55258" y="1743093"/>
            <a:chExt cx="3726425" cy="582895"/>
          </a:xfrm>
        </p:grpSpPr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7993C6A5-551E-09A6-5FDF-382E3677ACED}"/>
                </a:ext>
              </a:extLst>
            </p:cNvPr>
            <p:cNvSpPr/>
            <p:nvPr/>
          </p:nvSpPr>
          <p:spPr>
            <a:xfrm>
              <a:off x="55258" y="1760221"/>
              <a:ext cx="548640" cy="54864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sz="1631" b="1" dirty="0"/>
                <a:t>C</a:t>
              </a:r>
              <a:endParaRPr lang="en-US" sz="1631" b="1" dirty="0"/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F713ABBF-2E53-CBC4-5CB5-3FD69A9DE839}"/>
                </a:ext>
              </a:extLst>
            </p:cNvPr>
            <p:cNvSpPr txBox="1"/>
            <p:nvPr/>
          </p:nvSpPr>
          <p:spPr>
            <a:xfrm>
              <a:off x="800102" y="1743093"/>
              <a:ext cx="2981581" cy="582895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lang="es-ES" sz="1631" b="1" dirty="0" err="1"/>
                <a:t>resetPID</a:t>
              </a:r>
              <a:r>
                <a:rPr lang="es-ES" sz="1631" b="1" dirty="0"/>
                <a:t>()</a:t>
              </a:r>
            </a:p>
            <a:p>
              <a:r>
                <a:rPr lang="es-ES" sz="1631" dirty="0"/>
                <a:t>carga ganancias PSO</a:t>
              </a:r>
              <a:endParaRPr lang="en-US" sz="1631" dirty="0"/>
            </a:p>
          </p:txBody>
        </p: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11EE7C61-AC56-6DE6-8F4B-DC8D81306B5C}"/>
              </a:ext>
            </a:extLst>
          </p:cNvPr>
          <p:cNvGrpSpPr/>
          <p:nvPr/>
        </p:nvGrpSpPr>
        <p:grpSpPr>
          <a:xfrm>
            <a:off x="159639" y="6688398"/>
            <a:ext cx="3799105" cy="594265"/>
            <a:chOff x="55258" y="1743093"/>
            <a:chExt cx="3726425" cy="582895"/>
          </a:xfrm>
        </p:grpSpPr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A7C7AD72-CDC7-24DF-88D9-134B40F861BB}"/>
                </a:ext>
              </a:extLst>
            </p:cNvPr>
            <p:cNvSpPr/>
            <p:nvPr/>
          </p:nvSpPr>
          <p:spPr>
            <a:xfrm>
              <a:off x="55258" y="1760221"/>
              <a:ext cx="548640" cy="548640"/>
            </a:xfrm>
            <a:prstGeom prst="ellipse">
              <a:avLst/>
            </a:prstGeom>
            <a:solidFill>
              <a:srgbClr val="00206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sz="1631" b="1" dirty="0"/>
                <a:t>1</a:t>
              </a:r>
              <a:endParaRPr lang="en-US" sz="1631" b="1" dirty="0"/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43BB6AFA-DCB6-DA9C-E7FC-F5F17A6B71A8}"/>
                </a:ext>
              </a:extLst>
            </p:cNvPr>
            <p:cNvSpPr txBox="1"/>
            <p:nvPr/>
          </p:nvSpPr>
          <p:spPr>
            <a:xfrm>
              <a:off x="800102" y="1743093"/>
              <a:ext cx="2981581" cy="582895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lang="es-ES" sz="1631" b="1" dirty="0"/>
                <a:t>Log de inicio</a:t>
              </a:r>
            </a:p>
            <a:p>
              <a:r>
                <a:rPr lang="es-ES" sz="1631" dirty="0"/>
                <a:t>RCLCPP_INFO(“</a:t>
              </a:r>
              <a:r>
                <a:rPr lang="es-ES" sz="1631" dirty="0" err="1"/>
                <a:t>Starting</a:t>
              </a:r>
              <a:r>
                <a:rPr lang="es-ES" sz="1631" dirty="0"/>
                <a:t> …”)</a:t>
              </a:r>
              <a:endParaRPr lang="en-US" sz="1631" dirty="0"/>
            </a:p>
          </p:txBody>
        </p: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E47ECA2C-9D9F-BED3-4BE5-9406728A2EB5}"/>
              </a:ext>
            </a:extLst>
          </p:cNvPr>
          <p:cNvGrpSpPr/>
          <p:nvPr/>
        </p:nvGrpSpPr>
        <p:grpSpPr>
          <a:xfrm>
            <a:off x="159639" y="7834511"/>
            <a:ext cx="3799105" cy="594265"/>
            <a:chOff x="55258" y="1743093"/>
            <a:chExt cx="3726425" cy="582895"/>
          </a:xfrm>
        </p:grpSpPr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65DAA9F6-BA64-EC94-8CEF-84703FA97A29}"/>
                </a:ext>
              </a:extLst>
            </p:cNvPr>
            <p:cNvSpPr/>
            <p:nvPr/>
          </p:nvSpPr>
          <p:spPr>
            <a:xfrm>
              <a:off x="55258" y="1760221"/>
              <a:ext cx="548640" cy="548640"/>
            </a:xfrm>
            <a:prstGeom prst="ellipse">
              <a:avLst/>
            </a:prstGeom>
            <a:solidFill>
              <a:srgbClr val="00206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sz="1631" b="1" dirty="0"/>
                <a:t>2</a:t>
              </a:r>
              <a:endParaRPr lang="en-US" sz="1631" b="1" dirty="0"/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F1A3644D-4A1D-8022-D2AB-215A4CAD04AC}"/>
                </a:ext>
              </a:extLst>
            </p:cNvPr>
            <p:cNvSpPr txBox="1"/>
            <p:nvPr/>
          </p:nvSpPr>
          <p:spPr>
            <a:xfrm>
              <a:off x="800102" y="1743093"/>
              <a:ext cx="2981581" cy="582895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lang="es-ES" sz="1631" b="1" dirty="0" err="1"/>
                <a:t>sendEmptyMsg</a:t>
              </a:r>
              <a:r>
                <a:rPr lang="es-ES" sz="1631" b="1" dirty="0"/>
                <a:t>()</a:t>
              </a:r>
            </a:p>
            <a:p>
              <a:r>
                <a:rPr lang="es-ES" sz="1631" dirty="0"/>
                <a:t>Verificar conexión serial</a:t>
              </a:r>
              <a:endParaRPr lang="en-US" sz="1631" dirty="0"/>
            </a:p>
          </p:txBody>
        </p:sp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5C1E0588-4EAF-379F-1870-94A13E27C6C2}"/>
              </a:ext>
            </a:extLst>
          </p:cNvPr>
          <p:cNvGrpSpPr/>
          <p:nvPr/>
        </p:nvGrpSpPr>
        <p:grpSpPr>
          <a:xfrm>
            <a:off x="159639" y="9077492"/>
            <a:ext cx="3799105" cy="594265"/>
            <a:chOff x="55258" y="1743093"/>
            <a:chExt cx="3726425" cy="582895"/>
          </a:xfrm>
        </p:grpSpPr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026EE5A6-0FAC-A981-89F9-9A8915AEE08A}"/>
                </a:ext>
              </a:extLst>
            </p:cNvPr>
            <p:cNvSpPr/>
            <p:nvPr/>
          </p:nvSpPr>
          <p:spPr>
            <a:xfrm>
              <a:off x="55258" y="1760221"/>
              <a:ext cx="548640" cy="548640"/>
            </a:xfrm>
            <a:prstGeom prst="ellipse">
              <a:avLst/>
            </a:prstGeom>
            <a:solidFill>
              <a:srgbClr val="7030A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sz="1631" b="1" dirty="0"/>
                <a:t>3</a:t>
              </a:r>
              <a:endParaRPr lang="en-US" sz="1631" b="1" dirty="0"/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3E6AA002-258A-ECD3-2EFC-0C357611606B}"/>
                </a:ext>
              </a:extLst>
            </p:cNvPr>
            <p:cNvSpPr txBox="1"/>
            <p:nvPr/>
          </p:nvSpPr>
          <p:spPr>
            <a:xfrm>
              <a:off x="800102" y="1743093"/>
              <a:ext cx="2981581" cy="582895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lang="es-ES" sz="1631" b="1" dirty="0" err="1"/>
                <a:t>Heartbeat</a:t>
              </a:r>
              <a:r>
                <a:rPr lang="es-ES" sz="1631" b="1" dirty="0"/>
                <a:t> serial</a:t>
              </a:r>
            </a:p>
            <a:p>
              <a:r>
                <a:rPr lang="es-ES" sz="1631" dirty="0" err="1"/>
                <a:t>Envia</a:t>
              </a:r>
              <a:r>
                <a:rPr lang="es-ES" sz="1631" dirty="0"/>
                <a:t> retorno de robot</a:t>
              </a:r>
              <a:endParaRPr lang="en-US" sz="1631" dirty="0"/>
            </a:p>
          </p:txBody>
        </p:sp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FBBC8452-47C8-EB4D-AAD2-78C877C5A586}"/>
              </a:ext>
            </a:extLst>
          </p:cNvPr>
          <p:cNvGrpSpPr/>
          <p:nvPr/>
        </p:nvGrpSpPr>
        <p:grpSpPr>
          <a:xfrm>
            <a:off x="159639" y="10320471"/>
            <a:ext cx="3799105" cy="594265"/>
            <a:chOff x="55258" y="1743093"/>
            <a:chExt cx="3726425" cy="582895"/>
          </a:xfrm>
        </p:grpSpPr>
        <p:sp>
          <p:nvSpPr>
            <p:cNvPr id="31" name="Oval 30">
              <a:extLst>
                <a:ext uri="{FF2B5EF4-FFF2-40B4-BE49-F238E27FC236}">
                  <a16:creationId xmlns:a16="http://schemas.microsoft.com/office/drawing/2014/main" id="{19C6A81D-0F1E-4EA3-2350-9E2A02B66E5A}"/>
                </a:ext>
              </a:extLst>
            </p:cNvPr>
            <p:cNvSpPr/>
            <p:nvPr/>
          </p:nvSpPr>
          <p:spPr>
            <a:xfrm>
              <a:off x="55258" y="1760221"/>
              <a:ext cx="548640" cy="54864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sz="1631" b="1" dirty="0"/>
                <a:t>4</a:t>
              </a:r>
              <a:endParaRPr lang="en-US" sz="1631" b="1" dirty="0"/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B431F6B4-E0D6-AE2A-EBB9-003C1717A46C}"/>
                </a:ext>
              </a:extLst>
            </p:cNvPr>
            <p:cNvSpPr txBox="1"/>
            <p:nvPr/>
          </p:nvSpPr>
          <p:spPr>
            <a:xfrm>
              <a:off x="800102" y="1743093"/>
              <a:ext cx="2981581" cy="582895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lang="es-ES" sz="1631" b="1" dirty="0"/>
                <a:t>Arduino confirma</a:t>
              </a:r>
            </a:p>
            <a:p>
              <a:r>
                <a:rPr lang="es-ES" sz="1631" dirty="0"/>
                <a:t>Enlace serial activo</a:t>
              </a:r>
              <a:endParaRPr lang="en-US" sz="1631" dirty="0"/>
            </a:p>
          </p:txBody>
        </p:sp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2E6B0C97-13E6-944D-1558-8C9C0013871E}"/>
              </a:ext>
            </a:extLst>
          </p:cNvPr>
          <p:cNvGrpSpPr/>
          <p:nvPr/>
        </p:nvGrpSpPr>
        <p:grpSpPr>
          <a:xfrm>
            <a:off x="159631" y="11466584"/>
            <a:ext cx="4001088" cy="594265"/>
            <a:chOff x="55258" y="1743093"/>
            <a:chExt cx="3924544" cy="582895"/>
          </a:xfrm>
        </p:grpSpPr>
        <p:sp>
          <p:nvSpPr>
            <p:cNvPr id="34" name="Oval 33">
              <a:extLst>
                <a:ext uri="{FF2B5EF4-FFF2-40B4-BE49-F238E27FC236}">
                  <a16:creationId xmlns:a16="http://schemas.microsoft.com/office/drawing/2014/main" id="{AB684FD4-C9A8-732B-3E7A-73BCF4ED62FF}"/>
                </a:ext>
              </a:extLst>
            </p:cNvPr>
            <p:cNvSpPr/>
            <p:nvPr/>
          </p:nvSpPr>
          <p:spPr>
            <a:xfrm>
              <a:off x="55258" y="1760221"/>
              <a:ext cx="548640" cy="548640"/>
            </a:xfrm>
            <a:prstGeom prst="ellipse">
              <a:avLst/>
            </a:prstGeom>
            <a:solidFill>
              <a:srgbClr val="00206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sz="1631" b="1" dirty="0"/>
                <a:t>5</a:t>
              </a:r>
              <a:endParaRPr lang="en-US" sz="1631" b="1" dirty="0"/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AFCD0594-130D-69D4-6DB5-4F268644F2B6}"/>
                </a:ext>
              </a:extLst>
            </p:cNvPr>
            <p:cNvSpPr txBox="1"/>
            <p:nvPr/>
          </p:nvSpPr>
          <p:spPr>
            <a:xfrm>
              <a:off x="800103" y="1743093"/>
              <a:ext cx="3179699" cy="582895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lang="es-ES" sz="1631" b="1" dirty="0"/>
                <a:t>Log PID </a:t>
              </a:r>
              <a:r>
                <a:rPr lang="es-ES" sz="1631" b="1" dirty="0" err="1"/>
                <a:t>info</a:t>
              </a:r>
              <a:endParaRPr lang="es-ES" sz="1631" b="1" dirty="0"/>
            </a:p>
            <a:p>
              <a:r>
                <a:rPr lang="es-ES" sz="1631" dirty="0"/>
                <a:t>“</a:t>
              </a:r>
              <a:r>
                <a:rPr lang="es-ES" sz="1631" dirty="0" err="1"/>
                <a:t>using</a:t>
              </a:r>
              <a:r>
                <a:rPr lang="es-ES" sz="1631" dirty="0"/>
                <a:t> firmware defaults”</a:t>
              </a:r>
              <a:endParaRPr lang="en-US" sz="1631" dirty="0"/>
            </a:p>
          </p:txBody>
        </p:sp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17512A42-FEA0-A222-AE29-D87398909E3F}"/>
              </a:ext>
            </a:extLst>
          </p:cNvPr>
          <p:cNvGrpSpPr/>
          <p:nvPr/>
        </p:nvGrpSpPr>
        <p:grpSpPr>
          <a:xfrm>
            <a:off x="159639" y="12612696"/>
            <a:ext cx="3799105" cy="594265"/>
            <a:chOff x="55258" y="1743093"/>
            <a:chExt cx="3726425" cy="582895"/>
          </a:xfrm>
        </p:grpSpPr>
        <p:sp>
          <p:nvSpPr>
            <p:cNvPr id="37" name="Oval 36">
              <a:extLst>
                <a:ext uri="{FF2B5EF4-FFF2-40B4-BE49-F238E27FC236}">
                  <a16:creationId xmlns:a16="http://schemas.microsoft.com/office/drawing/2014/main" id="{F75182C9-E1D7-C992-E477-3635ED7ADF46}"/>
                </a:ext>
              </a:extLst>
            </p:cNvPr>
            <p:cNvSpPr/>
            <p:nvPr/>
          </p:nvSpPr>
          <p:spPr>
            <a:xfrm>
              <a:off x="55258" y="1760221"/>
              <a:ext cx="548640" cy="548640"/>
            </a:xfrm>
            <a:prstGeom prst="ellipse">
              <a:avLst/>
            </a:prstGeom>
            <a:solidFill>
              <a:schemeClr val="accent3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sz="1631" b="1" dirty="0"/>
                <a:t>6</a:t>
              </a:r>
              <a:endParaRPr lang="en-US" sz="1631" b="1" dirty="0"/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DF4E7B4C-9476-0CE0-0D29-6424E5066025}"/>
                </a:ext>
              </a:extLst>
            </p:cNvPr>
            <p:cNvSpPr txBox="1"/>
            <p:nvPr/>
          </p:nvSpPr>
          <p:spPr>
            <a:xfrm>
              <a:off x="800102" y="1743093"/>
              <a:ext cx="2981581" cy="582895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lang="es-ES" sz="1631" b="1" dirty="0"/>
                <a:t>Status = STARTED</a:t>
              </a:r>
            </a:p>
            <a:p>
              <a:r>
                <a:rPr lang="es-ES" sz="1631" dirty="0"/>
                <a:t>Plugin operativo</a:t>
              </a:r>
              <a:endParaRPr lang="en-US" sz="1631" dirty="0"/>
            </a:p>
          </p:txBody>
        </p:sp>
      </p:grpSp>
      <p:sp>
        <p:nvSpPr>
          <p:cNvPr id="42" name="TextBox 41">
            <a:extLst>
              <a:ext uri="{FF2B5EF4-FFF2-40B4-BE49-F238E27FC236}">
                <a16:creationId xmlns:a16="http://schemas.microsoft.com/office/drawing/2014/main" id="{7A6E9534-4985-A24A-FF29-54C5861E8620}"/>
              </a:ext>
            </a:extLst>
          </p:cNvPr>
          <p:cNvSpPr txBox="1"/>
          <p:nvPr/>
        </p:nvSpPr>
        <p:spPr>
          <a:xfrm>
            <a:off x="883012" y="1092607"/>
            <a:ext cx="2223686" cy="657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835" b="1" dirty="0">
                <a:solidFill>
                  <a:srgbClr val="BC8F00"/>
                </a:solidFill>
              </a:rPr>
              <a:t>FASE PREVIA</a:t>
            </a:r>
          </a:p>
          <a:p>
            <a:r>
              <a:rPr lang="es-ES" sz="1835" dirty="0">
                <a:solidFill>
                  <a:srgbClr val="BC8F00"/>
                </a:solidFill>
              </a:rPr>
              <a:t>Arduino al encender</a:t>
            </a:r>
            <a:endParaRPr lang="en-US" sz="1835" dirty="0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9A53E1B5-E607-D5EE-B0B2-14C36EA7841A}"/>
              </a:ext>
            </a:extLst>
          </p:cNvPr>
          <p:cNvSpPr txBox="1"/>
          <p:nvPr/>
        </p:nvSpPr>
        <p:spPr>
          <a:xfrm>
            <a:off x="895447" y="5604079"/>
            <a:ext cx="3882613" cy="657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835" b="1" dirty="0">
                <a:solidFill>
                  <a:srgbClr val="BC8F00"/>
                </a:solidFill>
              </a:rPr>
              <a:t>METODO </a:t>
            </a:r>
            <a:r>
              <a:rPr lang="es-ES" sz="1835" b="1" dirty="0" err="1">
                <a:solidFill>
                  <a:srgbClr val="BC8F00"/>
                </a:solidFill>
              </a:rPr>
              <a:t>start</a:t>
            </a:r>
            <a:r>
              <a:rPr lang="es-ES" sz="1835" b="1" dirty="0">
                <a:solidFill>
                  <a:srgbClr val="BC8F00"/>
                </a:solidFill>
              </a:rPr>
              <a:t>()</a:t>
            </a:r>
          </a:p>
          <a:p>
            <a:r>
              <a:rPr lang="es-ES" sz="1835" dirty="0" err="1">
                <a:solidFill>
                  <a:srgbClr val="BC8F00"/>
                </a:solidFill>
              </a:rPr>
              <a:t>DiffDriveArduino</a:t>
            </a:r>
            <a:endParaRPr lang="es-ES" sz="1835" dirty="0">
              <a:solidFill>
                <a:srgbClr val="BC8F00"/>
              </a:solidFill>
            </a:endParaRPr>
          </a:p>
        </p:txBody>
      </p:sp>
      <p:sp>
        <p:nvSpPr>
          <p:cNvPr id="45" name="Arc 44">
            <a:extLst>
              <a:ext uri="{FF2B5EF4-FFF2-40B4-BE49-F238E27FC236}">
                <a16:creationId xmlns:a16="http://schemas.microsoft.com/office/drawing/2014/main" id="{815355A0-B81E-E297-19DD-8DCE00BF05D5}"/>
              </a:ext>
            </a:extLst>
          </p:cNvPr>
          <p:cNvSpPr/>
          <p:nvPr/>
        </p:nvSpPr>
        <p:spPr>
          <a:xfrm>
            <a:off x="6251017" y="6897751"/>
            <a:ext cx="494986" cy="1000857"/>
          </a:xfrm>
          <a:prstGeom prst="arc">
            <a:avLst>
              <a:gd name="adj1" fmla="val 16200000"/>
              <a:gd name="adj2" fmla="val 5322268"/>
            </a:avLst>
          </a:prstGeom>
          <a:ln>
            <a:solidFill>
              <a:srgbClr val="002060"/>
            </a:solidFill>
            <a:headEnd w="lg" len="lg"/>
            <a:tailEnd type="stealth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1835">
              <a:solidFill>
                <a:srgbClr val="002060"/>
              </a:solidFill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DACEA46B-223D-20B9-A946-3BE21ABB16E9}"/>
              </a:ext>
            </a:extLst>
          </p:cNvPr>
          <p:cNvSpPr txBox="1"/>
          <p:nvPr/>
        </p:nvSpPr>
        <p:spPr>
          <a:xfrm>
            <a:off x="6724307" y="7265193"/>
            <a:ext cx="2051448" cy="2648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sz="1121" dirty="0">
                <a:solidFill>
                  <a:srgbClr val="002060"/>
                </a:solidFill>
              </a:rPr>
              <a:t>RCLCPP_INFO(“</a:t>
            </a:r>
            <a:r>
              <a:rPr lang="es-ES" sz="1121" dirty="0" err="1">
                <a:solidFill>
                  <a:srgbClr val="002060"/>
                </a:solidFill>
              </a:rPr>
              <a:t>Starting</a:t>
            </a:r>
            <a:r>
              <a:rPr lang="es-ES" sz="1121" dirty="0">
                <a:solidFill>
                  <a:srgbClr val="002060"/>
                </a:solidFill>
              </a:rPr>
              <a:t> …”)</a:t>
            </a:r>
            <a:endParaRPr lang="en-US" sz="1121" dirty="0">
              <a:solidFill>
                <a:srgbClr val="002060"/>
              </a:solidFill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7838C0C6-CE14-8AB4-27CF-2F75BB1A17A0}"/>
              </a:ext>
            </a:extLst>
          </p:cNvPr>
          <p:cNvSpPr txBox="1"/>
          <p:nvPr/>
        </p:nvSpPr>
        <p:spPr>
          <a:xfrm>
            <a:off x="6823757" y="7864925"/>
            <a:ext cx="1696668" cy="2648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sz="1121" dirty="0" err="1">
                <a:solidFill>
                  <a:srgbClr val="002060"/>
                </a:solidFill>
              </a:rPr>
              <a:t>sendEmptyMsg</a:t>
            </a:r>
            <a:r>
              <a:rPr lang="es-ES" sz="1121" dirty="0">
                <a:solidFill>
                  <a:srgbClr val="002060"/>
                </a:solidFill>
              </a:rPr>
              <a:t>()</a:t>
            </a:r>
            <a:endParaRPr lang="en-US" sz="1121" dirty="0">
              <a:solidFill>
                <a:srgbClr val="002060"/>
              </a:solidFill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C53ACB3E-FCEF-C43F-DCEC-92B0336827C6}"/>
              </a:ext>
            </a:extLst>
          </p:cNvPr>
          <p:cNvSpPr txBox="1"/>
          <p:nvPr/>
        </p:nvSpPr>
        <p:spPr>
          <a:xfrm>
            <a:off x="6839299" y="8158284"/>
            <a:ext cx="1696668" cy="2335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sz="918" i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Verificar conexión serial</a:t>
            </a:r>
            <a:endParaRPr lang="en-US" sz="918" i="1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8E490BE4-714F-A959-4643-69756437CBD4}"/>
              </a:ext>
            </a:extLst>
          </p:cNvPr>
          <p:cNvCxnSpPr>
            <a:cxnSpLocks/>
          </p:cNvCxnSpPr>
          <p:nvPr/>
        </p:nvCxnSpPr>
        <p:spPr>
          <a:xfrm>
            <a:off x="6020026" y="8146113"/>
            <a:ext cx="3304134" cy="0"/>
          </a:xfrm>
          <a:prstGeom prst="straightConnector1">
            <a:avLst/>
          </a:prstGeom>
          <a:ln>
            <a:solidFill>
              <a:srgbClr val="00206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Arc 51">
            <a:extLst>
              <a:ext uri="{FF2B5EF4-FFF2-40B4-BE49-F238E27FC236}">
                <a16:creationId xmlns:a16="http://schemas.microsoft.com/office/drawing/2014/main" id="{715979F0-8057-2993-5D82-E711176A0CD9}"/>
              </a:ext>
            </a:extLst>
          </p:cNvPr>
          <p:cNvSpPr/>
          <p:nvPr/>
        </p:nvSpPr>
        <p:spPr>
          <a:xfrm>
            <a:off x="6268622" y="11756347"/>
            <a:ext cx="494986" cy="1000857"/>
          </a:xfrm>
          <a:prstGeom prst="arc">
            <a:avLst>
              <a:gd name="adj1" fmla="val 16200000"/>
              <a:gd name="adj2" fmla="val 5322268"/>
            </a:avLst>
          </a:prstGeom>
          <a:ln>
            <a:solidFill>
              <a:srgbClr val="002060"/>
            </a:solidFill>
            <a:headEnd w="lg" len="lg"/>
            <a:tailEnd type="stealth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1835">
              <a:solidFill>
                <a:srgbClr val="002060"/>
              </a:solidFill>
            </a:endParaRP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FD7AACE1-FA2C-8786-365D-37DC6837CADD}"/>
              </a:ext>
            </a:extLst>
          </p:cNvPr>
          <p:cNvSpPr txBox="1"/>
          <p:nvPr/>
        </p:nvSpPr>
        <p:spPr>
          <a:xfrm>
            <a:off x="6741911" y="12123788"/>
            <a:ext cx="2308330" cy="2648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sz="1121" dirty="0">
                <a:solidFill>
                  <a:srgbClr val="002060"/>
                </a:solidFill>
              </a:rPr>
              <a:t>RCLCPP_INFO(“PID </a:t>
            </a:r>
            <a:r>
              <a:rPr lang="es-ES" sz="1121" dirty="0" err="1">
                <a:solidFill>
                  <a:srgbClr val="002060"/>
                </a:solidFill>
              </a:rPr>
              <a:t>values</a:t>
            </a:r>
            <a:r>
              <a:rPr lang="es-ES" sz="1121" dirty="0">
                <a:solidFill>
                  <a:srgbClr val="002060"/>
                </a:solidFill>
              </a:rPr>
              <a:t> …”)</a:t>
            </a:r>
            <a:endParaRPr lang="en-US" sz="1121" dirty="0">
              <a:solidFill>
                <a:srgbClr val="002060"/>
              </a:solidFill>
            </a:endParaRP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C37CA335-E0F3-AEB9-F5C3-E27366656DA0}"/>
              </a:ext>
            </a:extLst>
          </p:cNvPr>
          <p:cNvSpPr txBox="1"/>
          <p:nvPr/>
        </p:nvSpPr>
        <p:spPr>
          <a:xfrm>
            <a:off x="12842694" y="4304364"/>
            <a:ext cx="1995621" cy="9547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121" dirty="0">
                <a:solidFill>
                  <a:srgbClr val="FF0000"/>
                </a:solidFill>
              </a:rPr>
              <a:t>Ganancias PSO (</a:t>
            </a:r>
            <a:r>
              <a:rPr lang="es-ES" sz="1121" dirty="0" err="1">
                <a:solidFill>
                  <a:srgbClr val="FF0000"/>
                </a:solidFill>
              </a:rPr>
              <a:t>hardcoded</a:t>
            </a:r>
            <a:r>
              <a:rPr lang="es-ES" sz="1121" dirty="0">
                <a:solidFill>
                  <a:srgbClr val="FF0000"/>
                </a:solidFill>
              </a:rPr>
              <a:t>)</a:t>
            </a:r>
          </a:p>
          <a:p>
            <a:r>
              <a:rPr lang="en-US" sz="1121" dirty="0" err="1">
                <a:solidFill>
                  <a:srgbClr val="FF0000"/>
                </a:solidFill>
              </a:rPr>
              <a:t>Izq</a:t>
            </a:r>
            <a:r>
              <a:rPr lang="en-US" sz="1121" dirty="0">
                <a:solidFill>
                  <a:srgbClr val="FF0000"/>
                </a:solidFill>
              </a:rPr>
              <a:t>: </a:t>
            </a:r>
          </a:p>
          <a:p>
            <a:r>
              <a:rPr lang="en-US" sz="1121" dirty="0">
                <a:solidFill>
                  <a:srgbClr val="FF0000"/>
                </a:solidFill>
              </a:rPr>
              <a:t>Kp1, Kd1, Ki1, Ko=50 </a:t>
            </a:r>
          </a:p>
          <a:p>
            <a:r>
              <a:rPr lang="en-US" sz="1121" dirty="0">
                <a:solidFill>
                  <a:srgbClr val="FF0000"/>
                </a:solidFill>
              </a:rPr>
              <a:t>Der: </a:t>
            </a:r>
          </a:p>
          <a:p>
            <a:r>
              <a:rPr lang="en-US" sz="1121" dirty="0">
                <a:solidFill>
                  <a:srgbClr val="FF0000"/>
                </a:solidFill>
              </a:rPr>
              <a:t>Kp2, Kd2, Ki2, Ko=50</a:t>
            </a:r>
          </a:p>
        </p:txBody>
      </p: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6FCF03DB-076D-067A-01F0-BD19795036CD}"/>
              </a:ext>
            </a:extLst>
          </p:cNvPr>
          <p:cNvCxnSpPr>
            <a:cxnSpLocks/>
          </p:cNvCxnSpPr>
          <p:nvPr/>
        </p:nvCxnSpPr>
        <p:spPr>
          <a:xfrm flipV="1">
            <a:off x="9336680" y="9358396"/>
            <a:ext cx="3238510" cy="6431"/>
          </a:xfrm>
          <a:prstGeom prst="straightConnector1">
            <a:avLst/>
          </a:prstGeom>
          <a:ln>
            <a:solidFill>
              <a:srgbClr val="7030A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" name="TextBox 60">
            <a:extLst>
              <a:ext uri="{FF2B5EF4-FFF2-40B4-BE49-F238E27FC236}">
                <a16:creationId xmlns:a16="http://schemas.microsoft.com/office/drawing/2014/main" id="{1B1308CA-21A1-D384-270E-8E66D99832CD}"/>
              </a:ext>
            </a:extLst>
          </p:cNvPr>
          <p:cNvSpPr txBox="1"/>
          <p:nvPr/>
        </p:nvSpPr>
        <p:spPr>
          <a:xfrm>
            <a:off x="9897445" y="9077492"/>
            <a:ext cx="1854197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sz="1100" dirty="0">
                <a:solidFill>
                  <a:srgbClr val="7030A0"/>
                </a:solidFill>
              </a:rPr>
              <a:t>“\r”</a:t>
            </a:r>
            <a:endParaRPr lang="en-US" sz="1100" dirty="0">
              <a:solidFill>
                <a:srgbClr val="7030A0"/>
              </a:solidFill>
            </a:endParaRP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F46F9C04-BE2A-DFD9-4265-4F8724D291E6}"/>
              </a:ext>
            </a:extLst>
          </p:cNvPr>
          <p:cNvSpPr txBox="1"/>
          <p:nvPr/>
        </p:nvSpPr>
        <p:spPr>
          <a:xfrm>
            <a:off x="9877419" y="9390553"/>
            <a:ext cx="1894248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sz="900" i="1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Heartbeat</a:t>
            </a:r>
            <a:r>
              <a:rPr lang="es-ES" sz="900" i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(CR)</a:t>
            </a:r>
            <a:endParaRPr lang="en-US" sz="900" i="1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cxnSp>
        <p:nvCxnSpPr>
          <p:cNvPr id="66" name="Straight Arrow Connector 65">
            <a:extLst>
              <a:ext uri="{FF2B5EF4-FFF2-40B4-BE49-F238E27FC236}">
                <a16:creationId xmlns:a16="http://schemas.microsoft.com/office/drawing/2014/main" id="{503F2860-777F-D279-AE55-352EB758E27F}"/>
              </a:ext>
            </a:extLst>
          </p:cNvPr>
          <p:cNvCxnSpPr>
            <a:cxnSpLocks/>
          </p:cNvCxnSpPr>
          <p:nvPr/>
        </p:nvCxnSpPr>
        <p:spPr>
          <a:xfrm flipH="1">
            <a:off x="9335426" y="10622030"/>
            <a:ext cx="3239764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7" name="TextBox 66">
            <a:extLst>
              <a:ext uri="{FF2B5EF4-FFF2-40B4-BE49-F238E27FC236}">
                <a16:creationId xmlns:a16="http://schemas.microsoft.com/office/drawing/2014/main" id="{4B85E100-C599-8596-4C81-9FEFC4912F42}"/>
              </a:ext>
            </a:extLst>
          </p:cNvPr>
          <p:cNvSpPr txBox="1"/>
          <p:nvPr/>
        </p:nvSpPr>
        <p:spPr>
          <a:xfrm>
            <a:off x="10132749" y="10328672"/>
            <a:ext cx="1664209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sz="1100" dirty="0">
                <a:solidFill>
                  <a:srgbClr val="FF0000"/>
                </a:solidFill>
              </a:rPr>
              <a:t>Respuesta serial</a:t>
            </a:r>
            <a:endParaRPr lang="en-US" sz="1100" dirty="0">
              <a:solidFill>
                <a:srgbClr val="FF0000"/>
              </a:solidFill>
            </a:endParaRP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2AA4FC4A-5C5B-9DF0-6825-C43EEF2209F3}"/>
              </a:ext>
            </a:extLst>
          </p:cNvPr>
          <p:cNvSpPr txBox="1"/>
          <p:nvPr/>
        </p:nvSpPr>
        <p:spPr>
          <a:xfrm>
            <a:off x="10132748" y="10666443"/>
            <a:ext cx="1664209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sz="900" i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Confirma enlace activo</a:t>
            </a:r>
            <a:endParaRPr lang="en-US" sz="900" i="1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70" name="Rectangle: Rounded Corners 69">
            <a:extLst>
              <a:ext uri="{FF2B5EF4-FFF2-40B4-BE49-F238E27FC236}">
                <a16:creationId xmlns:a16="http://schemas.microsoft.com/office/drawing/2014/main" id="{83547BA0-DE11-2985-7E2F-CE91B6253C32}"/>
              </a:ext>
            </a:extLst>
          </p:cNvPr>
          <p:cNvSpPr/>
          <p:nvPr/>
        </p:nvSpPr>
        <p:spPr>
          <a:xfrm>
            <a:off x="6359931" y="12948006"/>
            <a:ext cx="2728452" cy="698091"/>
          </a:xfrm>
          <a:prstGeom prst="roundRect">
            <a:avLst/>
          </a:prstGeom>
          <a:solidFill>
            <a:srgbClr val="89FFBE"/>
          </a:solidFill>
          <a:ln w="19050">
            <a:solidFill>
              <a:srgbClr val="00B050"/>
            </a:solidFill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accent6">
                    <a:lumMod val="50000"/>
                  </a:schemeClr>
                </a:solidFill>
              </a:rPr>
              <a:t>✓ status_ = STARTED</a:t>
            </a:r>
          </a:p>
        </p:txBody>
      </p:sp>
      <p:sp>
        <p:nvSpPr>
          <p:cNvPr id="75" name="Arc 74">
            <a:extLst>
              <a:ext uri="{FF2B5EF4-FFF2-40B4-BE49-F238E27FC236}">
                <a16:creationId xmlns:a16="http://schemas.microsoft.com/office/drawing/2014/main" id="{63AFB299-A68B-8039-0E07-F1BF8B037EB4}"/>
              </a:ext>
            </a:extLst>
          </p:cNvPr>
          <p:cNvSpPr/>
          <p:nvPr/>
        </p:nvSpPr>
        <p:spPr>
          <a:xfrm>
            <a:off x="12816057" y="3265715"/>
            <a:ext cx="494986" cy="1000857"/>
          </a:xfrm>
          <a:prstGeom prst="arc">
            <a:avLst>
              <a:gd name="adj1" fmla="val 16200000"/>
              <a:gd name="adj2" fmla="val 5322268"/>
            </a:avLst>
          </a:prstGeom>
          <a:ln>
            <a:solidFill>
              <a:srgbClr val="FF0000"/>
            </a:solidFill>
            <a:headEnd w="lg" len="lg"/>
            <a:tailEnd type="stealth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1835">
              <a:solidFill>
                <a:srgbClr val="002060"/>
              </a:solidFill>
            </a:endParaRPr>
          </a:p>
        </p:txBody>
      </p:sp>
      <p:sp>
        <p:nvSpPr>
          <p:cNvPr id="77" name="Arc 76">
            <a:extLst>
              <a:ext uri="{FF2B5EF4-FFF2-40B4-BE49-F238E27FC236}">
                <a16:creationId xmlns:a16="http://schemas.microsoft.com/office/drawing/2014/main" id="{925956F6-3967-E97B-7920-09086EFF3FB0}"/>
              </a:ext>
            </a:extLst>
          </p:cNvPr>
          <p:cNvSpPr/>
          <p:nvPr/>
        </p:nvSpPr>
        <p:spPr>
          <a:xfrm>
            <a:off x="12816057" y="2219189"/>
            <a:ext cx="494986" cy="1000857"/>
          </a:xfrm>
          <a:prstGeom prst="arc">
            <a:avLst>
              <a:gd name="adj1" fmla="val 16200000"/>
              <a:gd name="adj2" fmla="val 5322268"/>
            </a:avLst>
          </a:prstGeom>
          <a:ln>
            <a:solidFill>
              <a:srgbClr val="FF0000"/>
            </a:solidFill>
            <a:headEnd w="lg" len="lg"/>
            <a:tailEnd type="stealth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1835">
              <a:solidFill>
                <a:srgbClr val="002060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88739C1-1207-90A0-4AEC-7C0AC695AE14}"/>
              </a:ext>
            </a:extLst>
          </p:cNvPr>
          <p:cNvSpPr txBox="1"/>
          <p:nvPr/>
        </p:nvSpPr>
        <p:spPr>
          <a:xfrm>
            <a:off x="6279681" y="5807199"/>
            <a:ext cx="3017606" cy="4372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sz="1121" dirty="0">
                <a:solidFill>
                  <a:srgbClr val="002060"/>
                </a:solidFill>
              </a:rPr>
              <a:t>configure(): apertura del puerto + espera 3 s para </a:t>
            </a:r>
            <a:r>
              <a:rPr lang="es-ES" sz="1121" dirty="0" err="1">
                <a:solidFill>
                  <a:srgbClr val="002060"/>
                </a:solidFill>
              </a:rPr>
              <a:t>reset</a:t>
            </a:r>
            <a:r>
              <a:rPr lang="es-ES" sz="1121" dirty="0">
                <a:solidFill>
                  <a:srgbClr val="002060"/>
                </a:solidFill>
              </a:rPr>
              <a:t> del CH340</a:t>
            </a:r>
            <a:endParaRPr lang="en-US" sz="1121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6547827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148</TotalTime>
  <Words>154</Words>
  <Application>Microsoft Office PowerPoint</Application>
  <PresentationFormat>Custom</PresentationFormat>
  <Paragraphs>49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Sebastian Valderas</dc:creator>
  <cp:lastModifiedBy>Sebastian Valderas</cp:lastModifiedBy>
  <cp:revision>5</cp:revision>
  <dcterms:created xsi:type="dcterms:W3CDTF">2026-03-25T19:46:00Z</dcterms:created>
  <dcterms:modified xsi:type="dcterms:W3CDTF">2026-05-21T20:53:45Z</dcterms:modified>
</cp:coreProperties>
</file>