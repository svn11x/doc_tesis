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CEB8-472A-2E9A-1000-7BDA7868D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B21CD-BAA7-DFE8-5869-AA26FD7EF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B4F41-F66A-A68B-95E8-70F6AE85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3C745-0B11-AF20-406E-F7E72D6C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28F7-3438-6053-DDCB-372F2C21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87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99E9-B65A-9B91-373A-C8B417DD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65DC-423E-E2C2-F8A4-DB076CF5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00ECD-F473-F05D-76CD-70E088B3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83AEA-2335-53FF-9CCB-A865066E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855CF-AE3B-9D85-FCDF-038F1871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7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06820-A19F-727F-AA3E-AA9C9666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4BE9E-A1A8-8926-53B2-4415393AE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2C8A9-966E-E8D6-69DE-70305DEF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EDA15-08F4-E63C-4564-60CC523F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34564-6D54-52BA-CF10-A2FC9832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75A2-47F3-AA31-612D-16333820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EF5F-01F2-4C67-8DEB-56CD7625F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108B0-763B-45E3-48C0-1A07F3C91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B8EA4-8748-99D2-1EA4-60ECFB07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A036A-C6DE-2499-93C5-F68EF758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C63ED-3A3D-45A0-E8BE-465479A2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6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B2EB7-20ED-6668-D064-444D8FE1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8E78E-5E49-251F-6882-5C6FBCB98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C89F7-1B70-A5AB-D1F5-5C63C95AE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28612-713C-45BC-5735-A4FDF7BA3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248D6-40D1-1337-9A04-F582278F7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23834-DD68-EAE4-6DD1-A6B4D6BB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75CB6-818E-98C4-0228-C85A8B7A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282EB-6CA0-7A69-79AE-07519A7B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5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84D0-5E21-B07C-0A10-6D6DD63E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41328-EC7F-67BE-7428-C1A9F547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47D14-2866-B5F9-7018-F4450223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CE905-04B8-2D1B-6FEB-13079D4A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0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D3042-287F-8DA5-C9A3-89AEA133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4A926-7845-E6DD-C7E0-57E893DF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534E-0144-0441-4744-0A24D3CC7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6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6746-4118-AA86-6100-6D212BF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BF5F-82FA-DE2F-92BF-96F62426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94EFF-DE5E-2708-ACE1-0BBB886C4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B4201-EF0A-2A31-4262-2FE94C87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E472F-1AFD-3E3E-EF48-C21A51A2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E2421-12F2-0C37-4CA6-A0C58975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DF3C-833F-DFF0-4CF0-6D9F58A2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781E7-EF8C-4052-CDB4-F847FB511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3062B-79C7-F130-857E-40CDBB97B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AB49A-FA4F-C146-F8F6-8AEB24E2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3C82-AF59-A4E2-5AC7-A8F499DB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3C7CE-DE68-028B-DE29-DBF2AB3E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6F192-51D1-1922-EE79-E8D106B6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4EF6B-A290-719D-9F31-FF8EC046B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4D5AF-BFB2-BA71-7398-B2082E49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63127-8A36-F353-2011-424E9DD2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8CBD-EC23-33AC-4C63-11E87F6D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3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8A28A-1E9B-F537-2117-8F0E8510C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4E9C9-03F5-F666-3622-52BC6CC11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B5D0-B120-6A16-D7F1-D0725CEA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9B789-E181-470D-540C-C26DB8C0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5B30-7B2B-BD58-D3C7-D9680A6C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0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B7D77-82D8-D65F-B3AC-BE25D825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4604-ED1E-6662-8570-4989CF5C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E0412-73B7-1400-176E-3C6245478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1DB1E-0ACD-4674-B76D-94ACD6E7B0AB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C7BC-6CF5-06A6-E1A2-C92444DC3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798A1-0477-BE09-9383-CDFAAE6C3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09CC8-C1C5-4A71-A602-742C9D68C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4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03CB33C6-187A-BEA6-E4CF-465A59F9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459" y="3904308"/>
            <a:ext cx="2897276" cy="28972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D798084-38C0-E1F2-9850-D14143D6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69" y="174034"/>
            <a:ext cx="2726453" cy="272645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6B758C9-1207-529B-EB91-6305F38650D4}"/>
              </a:ext>
            </a:extLst>
          </p:cNvPr>
          <p:cNvGrpSpPr/>
          <p:nvPr/>
        </p:nvGrpSpPr>
        <p:grpSpPr>
          <a:xfrm>
            <a:off x="442126" y="0"/>
            <a:ext cx="3100404" cy="2897275"/>
            <a:chOff x="442126" y="0"/>
            <a:chExt cx="3100404" cy="2897275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3F6DD9A-E152-667A-C5AD-051DDB61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579" y="603579"/>
              <a:ext cx="566372" cy="56637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A4D53E-D0D6-E52B-4DCF-88A117985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126" y="0"/>
              <a:ext cx="2897275" cy="28972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A3703B-1276-FB6F-32FC-389CFBE5A659}"/>
                </a:ext>
              </a:extLst>
            </p:cNvPr>
            <p:cNvSpPr txBox="1"/>
            <p:nvPr/>
          </p:nvSpPr>
          <p:spPr>
            <a:xfrm>
              <a:off x="645255" y="1448637"/>
              <a:ext cx="289727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s-CL" sz="1600" b="1" i="0" noProof="0" dirty="0">
                  <a:effectLst/>
                </a:rPr>
                <a:t>Robot </a:t>
              </a:r>
              <a:r>
                <a:rPr lang="en-US" sz="1600" b="1" i="0" noProof="0" dirty="0">
                  <a:effectLst/>
                </a:rPr>
                <a:t>Package Template</a:t>
              </a:r>
            </a:p>
            <a:p>
              <a:r>
                <a:rPr lang="en-US" sz="1600" noProof="0" dirty="0"/>
                <a:t>by joshnewans</a:t>
              </a:r>
              <a:endParaRPr lang="en-US" sz="1600" i="0" noProof="0" dirty="0">
                <a:effectLst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01E28D-B475-7120-99B5-7984442300A3}"/>
              </a:ext>
            </a:extLst>
          </p:cNvPr>
          <p:cNvGrpSpPr/>
          <p:nvPr/>
        </p:nvGrpSpPr>
        <p:grpSpPr>
          <a:xfrm>
            <a:off x="4301287" y="1741024"/>
            <a:ext cx="3100404" cy="2897275"/>
            <a:chOff x="442126" y="0"/>
            <a:chExt cx="3100404" cy="2897275"/>
          </a:xfrm>
        </p:grpSpPr>
        <p:pic>
          <p:nvPicPr>
            <p:cNvPr id="18" name="Picture 1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7D86433-682C-F5B2-27D3-EADD9C3BB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579" y="603579"/>
              <a:ext cx="566372" cy="56637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082309-7DB8-A03C-040D-CBF23710B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126" y="0"/>
              <a:ext cx="2897275" cy="289727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538467-36A3-5BED-49E6-FAD42806EE03}"/>
                </a:ext>
              </a:extLst>
            </p:cNvPr>
            <p:cNvSpPr txBox="1"/>
            <p:nvPr/>
          </p:nvSpPr>
          <p:spPr>
            <a:xfrm>
              <a:off x="645255" y="1556795"/>
              <a:ext cx="28972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s-CL" b="1" i="0" noProof="0" dirty="0">
                  <a:effectLst/>
                </a:rPr>
                <a:t>Repositorio clonado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B31E3A3-BBC5-1A04-3DB2-C29A0BDA2F5D}"/>
              </a:ext>
            </a:extLst>
          </p:cNvPr>
          <p:cNvSpPr txBox="1"/>
          <p:nvPr/>
        </p:nvSpPr>
        <p:spPr>
          <a:xfrm>
            <a:off x="8852599" y="1768903"/>
            <a:ext cx="289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L" b="1" i="0" noProof="0" dirty="0">
                <a:effectLst/>
              </a:rPr>
              <a:t>Estación de trabajo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71ED9-C9A0-46BE-A617-BBB80CFEE465}"/>
              </a:ext>
            </a:extLst>
          </p:cNvPr>
          <p:cNvSpPr txBox="1"/>
          <p:nvPr/>
        </p:nvSpPr>
        <p:spPr>
          <a:xfrm>
            <a:off x="8852599" y="5490600"/>
            <a:ext cx="2897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L" b="1" i="0" noProof="0" dirty="0">
                <a:effectLst/>
              </a:rPr>
              <a:t>Robot móvil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ABF1AE4-5F25-403A-2991-EFB534E9FBEA}"/>
              </a:ext>
            </a:extLst>
          </p:cNvPr>
          <p:cNvCxnSpPr>
            <a:cxnSpLocks/>
            <a:stCxn id="9" idx="2"/>
            <a:endCxn id="19" idx="1"/>
          </p:cNvCxnSpPr>
          <p:nvPr/>
        </p:nvCxnSpPr>
        <p:spPr>
          <a:xfrm rot="16200000" flipH="1">
            <a:off x="2949832" y="1838206"/>
            <a:ext cx="292387" cy="24105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FA721C-9BC7-A81B-4040-5CD58054AA7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7401691" y="1641081"/>
            <a:ext cx="1247779" cy="18414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13C029A-50EA-3DDC-F12E-2B44955E9360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401691" y="3482485"/>
            <a:ext cx="1247779" cy="18704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57E39647-74FA-C3C7-6458-A8E8DF0D8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019" y="785368"/>
            <a:ext cx="663269" cy="6632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B6DA643-4BAD-88EA-DCA2-4A4AFB70A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791" y="5263824"/>
            <a:ext cx="808808" cy="80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Alexis Valderas Neculqueo</cp:lastModifiedBy>
  <cp:revision>2</cp:revision>
  <dcterms:created xsi:type="dcterms:W3CDTF">2025-10-18T18:32:50Z</dcterms:created>
  <dcterms:modified xsi:type="dcterms:W3CDTF">2025-10-18T20:03:02Z</dcterms:modified>
</cp:coreProperties>
</file>