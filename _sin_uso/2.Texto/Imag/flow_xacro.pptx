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312" y="-7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2B265-1BFB-EEC0-CCD0-BA4A0C4E62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3B6482-317E-E571-C951-602867E5AC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BF0DE8-196A-7CD8-F896-17D6BA1F4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E0E99-E7AB-4F36-A294-42D49E581E6F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D4FDDE-DFC4-DDCF-5BB0-4B531846D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E3724A-09AF-3185-922A-9BF3D18BA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C2E09-6757-40D3-B72B-9585B7B51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609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2D8D1-5D6B-3A24-6CEC-55223B86C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EDAE6-D302-29D6-1450-E0ED944D62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9B446F-07DF-2EC8-8BF0-F22E30051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E0E99-E7AB-4F36-A294-42D49E581E6F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71ED5D-D238-9565-FCE1-E6C6AB014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849079-A3FB-78EB-DE87-CD16D1C34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C2E09-6757-40D3-B72B-9585B7B51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405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24191-7651-B68F-CEC5-5D24B6F10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DCE90-0D30-F968-5866-D8C3560CDB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A601B9-C02C-BB9C-3450-2E948FF02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E0E99-E7AB-4F36-A294-42D49E581E6F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60CDF6-9BD2-22A5-4767-03F06D5ED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D67695-3A88-7320-D46C-F45A5F155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C2E09-6757-40D3-B72B-9585B7B51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483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0EEEC-7684-A58A-6374-ADFEAA798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49B80-EF66-B288-33D9-8DEB93FB03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24AB35-067C-8058-5F23-44027D9EAB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4EB431-C736-3BEE-B63A-8E812246D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E0E99-E7AB-4F36-A294-42D49E581E6F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C7937C-9BD3-9792-1C62-250EAF6FC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23D8DE-7BCD-70F8-0483-8E8F4F4A0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C2E09-6757-40D3-B72B-9585B7B51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411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D4DC3-ECE5-59BC-0146-CF723B4A2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F22640-9C36-3C80-D0D0-24CC740E2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87F52C-1A54-A72D-6E82-F996018385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A82A5C-460B-8F5D-B32A-1175A33F00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C6DD89-2DD5-3DD2-89C6-15E20E8200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B7E894-C40B-0F58-58D8-0E8AD130D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E0E99-E7AB-4F36-A294-42D49E581E6F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DE611C-0372-6106-A408-48DAAD2D0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CD60F7-67DD-67F5-B7DE-B3EF0A68E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C2E09-6757-40D3-B72B-9585B7B51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973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BCEAA-B722-1701-A663-5C54F2B44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96B9-538E-A797-266B-FE6F3B49B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E0E99-E7AB-4F36-A294-42D49E581E6F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070E17-D830-545D-7B0E-70839F188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1FAAEC-7E3E-E49E-B4C4-89DDB94C7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C2E09-6757-40D3-B72B-9585B7B51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575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AF5F1-3B52-C7AA-276F-6825E91AF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E0E99-E7AB-4F36-A294-42D49E581E6F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3E235C-8685-B636-1688-257BC72C0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B54BBB-E427-91BA-63A6-AA3A6426D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C2E09-6757-40D3-B72B-9585B7B51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677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49787-50FD-5AD1-A952-7AAEC017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777372-64AF-9AE4-A57C-B75580B32B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367F99-FA35-B503-8072-29132EAF46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723A56-F53D-EB84-417F-42A90A07D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E0E99-E7AB-4F36-A294-42D49E581E6F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CBD462-E319-B24B-C4CF-F5A9725A8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EE3484-A496-515C-BC58-D4EC9D459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C2E09-6757-40D3-B72B-9585B7B51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50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88961-3472-4CFD-E22D-8BBF95088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B414B3-2951-AB42-75ED-61C4A5EC3C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C723EA-1BA4-E763-3773-84346B107B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9A0A02-2A0E-80C8-7E11-586F13F74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E0E99-E7AB-4F36-A294-42D49E581E6F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2F6486-75EF-36F2-C985-9B73FE8E8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6424D0-452E-D64D-3309-FC2A2CB18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C2E09-6757-40D3-B72B-9585B7B51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391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CE393-B395-452E-999A-72E801A5B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36271F-5C91-DF30-81AD-722BCF3AFD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0101E4-996D-2C30-ABB8-8E5122458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E0E99-E7AB-4F36-A294-42D49E581E6F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500E2B-29E6-488E-2046-23E68D8D3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7C423F-4408-B84A-3488-541509745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C2E09-6757-40D3-B72B-9585B7B51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899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B68F9-79DA-4DD1-FD33-2AD5CFB8BB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DE1C74-99CF-CBFC-FF2F-A8E925A335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5689B1-1FFE-D5BF-D853-F21814AC7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E0E99-E7AB-4F36-A294-42D49E581E6F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23BD6D-A92E-E1CB-CCD2-3388FCF3E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12EE63-51F6-9A46-0015-56B20B5FD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C2E09-6757-40D3-B72B-9585B7B51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81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CC2644-6985-F41A-4EB0-1252699BB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A3EA01-A659-F2B0-9324-78C39474A7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5BE64D-A356-A98A-BE0D-37EE9E47F8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7E0E99-E7AB-4F36-A294-42D49E581E6F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73B0F0-4359-27B3-327C-1B768EF0BA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B77379-D9C7-3AB4-C770-CC5F7AB0C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4C2E09-6757-40D3-B72B-9585B7B51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844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27C75548-1D09-0CA2-54D0-D8B74816B967}"/>
              </a:ext>
            </a:extLst>
          </p:cNvPr>
          <p:cNvSpPr/>
          <p:nvPr/>
        </p:nvSpPr>
        <p:spPr>
          <a:xfrm>
            <a:off x="806246" y="1125368"/>
            <a:ext cx="9965373" cy="5245935"/>
          </a:xfrm>
          <a:prstGeom prst="roundRect">
            <a:avLst/>
          </a:prstGeom>
          <a:noFill/>
          <a:ln w="571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E30D72B-0D9F-1B1A-5FDD-0D6666644A51}"/>
              </a:ext>
            </a:extLst>
          </p:cNvPr>
          <p:cNvSpPr/>
          <p:nvPr/>
        </p:nvSpPr>
        <p:spPr>
          <a:xfrm>
            <a:off x="9636372" y="218950"/>
            <a:ext cx="1135247" cy="535493"/>
          </a:xfrm>
          <a:prstGeom prst="round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xacro</a:t>
            </a:r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7D5BF40-A95B-31F9-4DA3-953B09389E6A}"/>
              </a:ext>
            </a:extLst>
          </p:cNvPr>
          <p:cNvGrpSpPr/>
          <p:nvPr/>
        </p:nvGrpSpPr>
        <p:grpSpPr>
          <a:xfrm>
            <a:off x="1868128" y="1703303"/>
            <a:ext cx="1539892" cy="1059042"/>
            <a:chOff x="1946787" y="1821293"/>
            <a:chExt cx="1539892" cy="1059042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31767842-44CE-F64E-9217-5975B1BD808C}"/>
                </a:ext>
              </a:extLst>
            </p:cNvPr>
            <p:cNvSpPr/>
            <p:nvPr/>
          </p:nvSpPr>
          <p:spPr>
            <a:xfrm>
              <a:off x="2351432" y="2344842"/>
              <a:ext cx="1135247" cy="535493"/>
            </a:xfrm>
            <a:prstGeom prst="round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 err="1"/>
                <a:t>lidar</a:t>
              </a:r>
              <a:endParaRPr lang="en-US" dirty="0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08A6C72-8859-BA0B-9F67-DD6BD6BA4B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46787" y="1821293"/>
              <a:ext cx="714738" cy="714738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0F5CFF2-3614-ECB6-82A5-34D5829552BA}"/>
              </a:ext>
            </a:extLst>
          </p:cNvPr>
          <p:cNvGrpSpPr/>
          <p:nvPr/>
        </p:nvGrpSpPr>
        <p:grpSpPr>
          <a:xfrm>
            <a:off x="3812665" y="1756326"/>
            <a:ext cx="1691102" cy="1059042"/>
            <a:chOff x="1946787" y="1821293"/>
            <a:chExt cx="1691102" cy="1059042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0A66BE51-9045-F3D4-79CC-1B499FE9F924}"/>
                </a:ext>
              </a:extLst>
            </p:cNvPr>
            <p:cNvSpPr/>
            <p:nvPr/>
          </p:nvSpPr>
          <p:spPr>
            <a:xfrm>
              <a:off x="2351432" y="2344842"/>
              <a:ext cx="1286457" cy="535493"/>
            </a:xfrm>
            <a:prstGeom prst="round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 err="1"/>
                <a:t>lidar_sim</a:t>
              </a:r>
              <a:endParaRPr lang="en-US" dirty="0"/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7420C04C-65D0-696B-04F7-F7217C4913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46787" y="1821293"/>
              <a:ext cx="714738" cy="714738"/>
            </a:xfrm>
            <a:prstGeom prst="rect">
              <a:avLst/>
            </a:prstGeom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192279F-08F5-AD3C-6EF6-FD7A7A11223D}"/>
              </a:ext>
            </a:extLst>
          </p:cNvPr>
          <p:cNvGrpSpPr/>
          <p:nvPr/>
        </p:nvGrpSpPr>
        <p:grpSpPr>
          <a:xfrm>
            <a:off x="2550339" y="3220930"/>
            <a:ext cx="1924094" cy="1059042"/>
            <a:chOff x="1946787" y="1821293"/>
            <a:chExt cx="1924094" cy="1059042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6AEC4347-4D80-04A7-1C4F-0287718C2A98}"/>
                </a:ext>
              </a:extLst>
            </p:cNvPr>
            <p:cNvSpPr/>
            <p:nvPr/>
          </p:nvSpPr>
          <p:spPr>
            <a:xfrm>
              <a:off x="2351432" y="2344842"/>
              <a:ext cx="1519449" cy="535493"/>
            </a:xfrm>
            <a:prstGeom prst="roundRect">
              <a:avLst/>
            </a:prstGeom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 err="1"/>
                <a:t>robot_core</a:t>
              </a:r>
              <a:endParaRPr lang="en-US" dirty="0"/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598032FF-7E59-20A1-B28C-9DA221F03F1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46787" y="1821293"/>
              <a:ext cx="714738" cy="714738"/>
            </a:xfrm>
            <a:prstGeom prst="rect">
              <a:avLst/>
            </a:prstGeom>
          </p:spPr>
        </p:pic>
      </p:grp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A442330-666B-D247-99BA-DD7058359CF7}"/>
              </a:ext>
            </a:extLst>
          </p:cNvPr>
          <p:cNvCxnSpPr>
            <a:cxnSpLocks/>
            <a:stCxn id="23" idx="0"/>
            <a:endCxn id="20" idx="2"/>
          </p:cNvCxnSpPr>
          <p:nvPr/>
        </p:nvCxnSpPr>
        <p:spPr>
          <a:xfrm flipV="1">
            <a:off x="3714709" y="2815368"/>
            <a:ext cx="1145830" cy="929111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1F6ABE8-CD98-6CE6-8AC9-11D30ADC18C5}"/>
              </a:ext>
            </a:extLst>
          </p:cNvPr>
          <p:cNvCxnSpPr>
            <a:stCxn id="23" idx="0"/>
            <a:endCxn id="17" idx="2"/>
          </p:cNvCxnSpPr>
          <p:nvPr/>
        </p:nvCxnSpPr>
        <p:spPr>
          <a:xfrm flipH="1" flipV="1">
            <a:off x="2840397" y="2762345"/>
            <a:ext cx="874312" cy="982134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D83D0DB-6DF7-2C40-9296-D5FD4A1930F3}"/>
              </a:ext>
            </a:extLst>
          </p:cNvPr>
          <p:cNvGrpSpPr/>
          <p:nvPr/>
        </p:nvGrpSpPr>
        <p:grpSpPr>
          <a:xfrm>
            <a:off x="2292437" y="4673590"/>
            <a:ext cx="2451261" cy="1059042"/>
            <a:chOff x="1946787" y="1821293"/>
            <a:chExt cx="2451261" cy="1059042"/>
          </a:xfrm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91FD4153-7D90-79F9-ED05-AF44FB0BADBB}"/>
                </a:ext>
              </a:extLst>
            </p:cNvPr>
            <p:cNvSpPr/>
            <p:nvPr/>
          </p:nvSpPr>
          <p:spPr>
            <a:xfrm>
              <a:off x="2351431" y="2344842"/>
              <a:ext cx="2046617" cy="535493"/>
            </a:xfrm>
            <a:prstGeom prst="round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 err="1"/>
                <a:t>inertial_macros</a:t>
              </a:r>
              <a:endParaRPr lang="en-US" dirty="0"/>
            </a:p>
          </p:txBody>
        </p:sp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939A63D7-625B-04E5-D80D-460356677A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46787" y="1821293"/>
              <a:ext cx="714738" cy="714738"/>
            </a:xfrm>
            <a:prstGeom prst="rect">
              <a:avLst/>
            </a:prstGeom>
          </p:spPr>
        </p:pic>
      </p:grp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6138B22-1BF2-0324-641D-18D8B7EE3DA3}"/>
              </a:ext>
            </a:extLst>
          </p:cNvPr>
          <p:cNvCxnSpPr>
            <a:cxnSpLocks/>
            <a:stCxn id="32" idx="0"/>
            <a:endCxn id="23" idx="2"/>
          </p:cNvCxnSpPr>
          <p:nvPr/>
        </p:nvCxnSpPr>
        <p:spPr>
          <a:xfrm flipH="1" flipV="1">
            <a:off x="3714709" y="4279972"/>
            <a:ext cx="5681" cy="91716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9" name="Group 38">
            <a:extLst>
              <a:ext uri="{FF2B5EF4-FFF2-40B4-BE49-F238E27FC236}">
                <a16:creationId xmlns:a16="http://schemas.microsoft.com/office/drawing/2014/main" id="{F9FE6721-6822-DF17-D956-F1CF66D1EAE1}"/>
              </a:ext>
            </a:extLst>
          </p:cNvPr>
          <p:cNvGrpSpPr/>
          <p:nvPr/>
        </p:nvGrpSpPr>
        <p:grpSpPr>
          <a:xfrm>
            <a:off x="7448304" y="2108012"/>
            <a:ext cx="2311713" cy="1059042"/>
            <a:chOff x="1946787" y="1821293"/>
            <a:chExt cx="2311713" cy="1059042"/>
          </a:xfrm>
        </p:grpSpPr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328485D2-7801-9A74-6B7B-686FC3781C01}"/>
                </a:ext>
              </a:extLst>
            </p:cNvPr>
            <p:cNvSpPr/>
            <p:nvPr/>
          </p:nvSpPr>
          <p:spPr>
            <a:xfrm>
              <a:off x="2351432" y="2344842"/>
              <a:ext cx="1907068" cy="535493"/>
            </a:xfrm>
            <a:prstGeom prst="roundRect">
              <a:avLst/>
            </a:prstGeom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 err="1"/>
                <a:t>gazebo_control</a:t>
              </a:r>
              <a:endParaRPr lang="en-US" dirty="0"/>
            </a:p>
          </p:txBody>
        </p:sp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CF2CF8C8-48A9-C760-778E-DA70E55015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46787" y="1821293"/>
              <a:ext cx="714738" cy="714738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E4701EE-3525-E685-0FD0-DB709FCB2805}"/>
              </a:ext>
            </a:extLst>
          </p:cNvPr>
          <p:cNvGrpSpPr/>
          <p:nvPr/>
        </p:nvGrpSpPr>
        <p:grpSpPr>
          <a:xfrm>
            <a:off x="7448304" y="4400772"/>
            <a:ext cx="2311713" cy="1059042"/>
            <a:chOff x="1946787" y="1821293"/>
            <a:chExt cx="2311713" cy="1059042"/>
          </a:xfrm>
        </p:grpSpPr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EB404A11-3F7D-D491-7CA0-9C02D724E14B}"/>
                </a:ext>
              </a:extLst>
            </p:cNvPr>
            <p:cNvSpPr/>
            <p:nvPr/>
          </p:nvSpPr>
          <p:spPr>
            <a:xfrm>
              <a:off x="2351432" y="2344842"/>
              <a:ext cx="1907068" cy="535493"/>
            </a:xfrm>
            <a:prstGeom prst="roundRect">
              <a:avLst/>
            </a:prstGeom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/>
                <a:t>ros2_control</a:t>
              </a:r>
              <a:endParaRPr lang="en-US" dirty="0"/>
            </a:p>
          </p:txBody>
        </p:sp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88C9C3E8-2BB1-F15A-EC13-D9069B7ECD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46787" y="1821293"/>
              <a:ext cx="714738" cy="714738"/>
            </a:xfrm>
            <a:prstGeom prst="rect">
              <a:avLst/>
            </a:prstGeom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E3822F93-6EFB-5070-2B11-E7BAE5D14B8F}"/>
              </a:ext>
            </a:extLst>
          </p:cNvPr>
          <p:cNvGrpSpPr/>
          <p:nvPr/>
        </p:nvGrpSpPr>
        <p:grpSpPr>
          <a:xfrm>
            <a:off x="4743698" y="291722"/>
            <a:ext cx="2311713" cy="1059042"/>
            <a:chOff x="1946787" y="1821293"/>
            <a:chExt cx="2311713" cy="1059042"/>
          </a:xfrm>
        </p:grpSpPr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D49CD8B7-CE8F-E8B1-F2E7-B24903E21BA5}"/>
                </a:ext>
              </a:extLst>
            </p:cNvPr>
            <p:cNvSpPr/>
            <p:nvPr/>
          </p:nvSpPr>
          <p:spPr>
            <a:xfrm>
              <a:off x="2351432" y="2344842"/>
              <a:ext cx="1907068" cy="535493"/>
            </a:xfrm>
            <a:prstGeom prst="roundRect">
              <a:avLst/>
            </a:prstGeom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 err="1"/>
                <a:t>robot.urdf</a:t>
              </a:r>
              <a:endParaRPr lang="en-US" dirty="0"/>
            </a:p>
          </p:txBody>
        </p:sp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2A95BE0C-23E1-5DC7-FF57-7A90C817CE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46787" y="1821293"/>
              <a:ext cx="714738" cy="714738"/>
            </a:xfrm>
            <a:prstGeom prst="rect">
              <a:avLst/>
            </a:prstGeom>
          </p:spPr>
        </p:pic>
      </p:grp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9CCE9749-8B9D-0B8F-B350-BC3EBA336FBB}"/>
              </a:ext>
            </a:extLst>
          </p:cNvPr>
          <p:cNvCxnSpPr>
            <a:cxnSpLocks/>
            <a:stCxn id="23" idx="3"/>
            <a:endCxn id="40" idx="1"/>
          </p:cNvCxnSpPr>
          <p:nvPr/>
        </p:nvCxnSpPr>
        <p:spPr>
          <a:xfrm flipV="1">
            <a:off x="4474433" y="2899308"/>
            <a:ext cx="3378516" cy="1112918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D25B2B7-83B4-2844-4627-A012C334DABF}"/>
              </a:ext>
            </a:extLst>
          </p:cNvPr>
          <p:cNvCxnSpPr>
            <a:cxnSpLocks/>
            <a:stCxn id="23" idx="3"/>
            <a:endCxn id="43" idx="1"/>
          </p:cNvCxnSpPr>
          <p:nvPr/>
        </p:nvCxnSpPr>
        <p:spPr>
          <a:xfrm>
            <a:off x="4474433" y="4012226"/>
            <a:ext cx="3378516" cy="1179842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4324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20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Sebastian Alexis Valderas Neculqueo</dc:creator>
  <cp:lastModifiedBy>Sebastian Valderas</cp:lastModifiedBy>
  <cp:revision>3</cp:revision>
  <dcterms:created xsi:type="dcterms:W3CDTF">2025-10-20T14:18:52Z</dcterms:created>
  <dcterms:modified xsi:type="dcterms:W3CDTF">2026-03-22T22:43:15Z</dcterms:modified>
</cp:coreProperties>
</file>