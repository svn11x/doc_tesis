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22494875" cy="14812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FFBE"/>
    <a:srgbClr val="FFB7B7"/>
    <a:srgbClr val="B7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17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7116" y="2424252"/>
            <a:ext cx="19120644" cy="5157106"/>
          </a:xfrm>
        </p:spPr>
        <p:txBody>
          <a:bodyPr anchor="b"/>
          <a:lstStyle>
            <a:lvl1pPr algn="ctr">
              <a:defRPr sz="12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1860" y="7780236"/>
            <a:ext cx="16871156" cy="3576369"/>
          </a:xfrm>
        </p:spPr>
        <p:txBody>
          <a:bodyPr/>
          <a:lstStyle>
            <a:lvl1pPr marL="0" indent="0" algn="ctr">
              <a:buNone/>
              <a:defRPr sz="5184"/>
            </a:lvl1pPr>
            <a:lvl2pPr marL="987552" indent="0" algn="ctr">
              <a:buNone/>
              <a:defRPr sz="4320"/>
            </a:lvl2pPr>
            <a:lvl3pPr marL="1975104" indent="0" algn="ctr">
              <a:buNone/>
              <a:defRPr sz="3888"/>
            </a:lvl3pPr>
            <a:lvl4pPr marL="2962656" indent="0" algn="ctr">
              <a:buNone/>
              <a:defRPr sz="3456"/>
            </a:lvl4pPr>
            <a:lvl5pPr marL="3950208" indent="0" algn="ctr">
              <a:buNone/>
              <a:defRPr sz="3456"/>
            </a:lvl5pPr>
            <a:lvl6pPr marL="4937760" indent="0" algn="ctr">
              <a:buNone/>
              <a:defRPr sz="3456"/>
            </a:lvl6pPr>
            <a:lvl7pPr marL="5925312" indent="0" algn="ctr">
              <a:buNone/>
              <a:defRPr sz="3456"/>
            </a:lvl7pPr>
            <a:lvl8pPr marL="6912864" indent="0" algn="ctr">
              <a:buNone/>
              <a:defRPr sz="3456"/>
            </a:lvl8pPr>
            <a:lvl9pPr marL="7900416" indent="0" algn="ctr">
              <a:buNone/>
              <a:defRPr sz="34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7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0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08" y="3692958"/>
            <a:ext cx="19401830" cy="6161780"/>
          </a:xfrm>
        </p:spPr>
        <p:txBody>
          <a:bodyPr anchor="b"/>
          <a:lstStyle>
            <a:lvl1pPr>
              <a:defRPr sz="12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808" y="9913031"/>
            <a:ext cx="19401830" cy="3240335"/>
          </a:xfrm>
        </p:spPr>
        <p:txBody>
          <a:bodyPr/>
          <a:lstStyle>
            <a:lvl1pPr marL="0" indent="0">
              <a:buNone/>
              <a:defRPr sz="5184">
                <a:solidFill>
                  <a:schemeClr val="tx1">
                    <a:tint val="82000"/>
                  </a:schemeClr>
                </a:solidFill>
              </a:defRPr>
            </a:lvl1pPr>
            <a:lvl2pPr marL="987552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2pPr>
            <a:lvl3pPr marL="1975104" indent="0">
              <a:buNone/>
              <a:defRPr sz="3888">
                <a:solidFill>
                  <a:schemeClr val="tx1">
                    <a:tint val="82000"/>
                  </a:schemeClr>
                </a:solidFill>
              </a:defRPr>
            </a:lvl3pPr>
            <a:lvl4pPr marL="2962656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4pPr>
            <a:lvl5pPr marL="3950208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5pPr>
            <a:lvl6pPr marL="4937760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6pPr>
            <a:lvl7pPr marL="5925312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7pPr>
            <a:lvl8pPr marL="6912864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8pPr>
            <a:lvl9pPr marL="7900416" indent="0">
              <a:buNone/>
              <a:defRPr sz="34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6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46523" y="3943266"/>
            <a:ext cx="9560322" cy="9398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88030" y="3943266"/>
            <a:ext cx="9560322" cy="9398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1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452" y="788656"/>
            <a:ext cx="19401830" cy="28631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9455" y="3631234"/>
            <a:ext cx="9516385" cy="1779612"/>
          </a:xfrm>
        </p:spPr>
        <p:txBody>
          <a:bodyPr anchor="b"/>
          <a:lstStyle>
            <a:lvl1pPr marL="0" indent="0">
              <a:buNone/>
              <a:defRPr sz="5184" b="1"/>
            </a:lvl1pPr>
            <a:lvl2pPr marL="987552" indent="0">
              <a:buNone/>
              <a:defRPr sz="4320" b="1"/>
            </a:lvl2pPr>
            <a:lvl3pPr marL="1975104" indent="0">
              <a:buNone/>
              <a:defRPr sz="3888" b="1"/>
            </a:lvl3pPr>
            <a:lvl4pPr marL="2962656" indent="0">
              <a:buNone/>
              <a:defRPr sz="3456" b="1"/>
            </a:lvl4pPr>
            <a:lvl5pPr marL="3950208" indent="0">
              <a:buNone/>
              <a:defRPr sz="3456" b="1"/>
            </a:lvl5pPr>
            <a:lvl6pPr marL="4937760" indent="0">
              <a:buNone/>
              <a:defRPr sz="3456" b="1"/>
            </a:lvl6pPr>
            <a:lvl7pPr marL="5925312" indent="0">
              <a:buNone/>
              <a:defRPr sz="3456" b="1"/>
            </a:lvl7pPr>
            <a:lvl8pPr marL="6912864" indent="0">
              <a:buNone/>
              <a:defRPr sz="3456" b="1"/>
            </a:lvl8pPr>
            <a:lvl9pPr marL="7900416" indent="0">
              <a:buNone/>
              <a:defRPr sz="34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55" y="5410846"/>
            <a:ext cx="9516385" cy="7958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388032" y="3631234"/>
            <a:ext cx="9563252" cy="1779612"/>
          </a:xfrm>
        </p:spPr>
        <p:txBody>
          <a:bodyPr anchor="b"/>
          <a:lstStyle>
            <a:lvl1pPr marL="0" indent="0">
              <a:buNone/>
              <a:defRPr sz="5184" b="1"/>
            </a:lvl1pPr>
            <a:lvl2pPr marL="987552" indent="0">
              <a:buNone/>
              <a:defRPr sz="4320" b="1"/>
            </a:lvl2pPr>
            <a:lvl3pPr marL="1975104" indent="0">
              <a:buNone/>
              <a:defRPr sz="3888" b="1"/>
            </a:lvl3pPr>
            <a:lvl4pPr marL="2962656" indent="0">
              <a:buNone/>
              <a:defRPr sz="3456" b="1"/>
            </a:lvl4pPr>
            <a:lvl5pPr marL="3950208" indent="0">
              <a:buNone/>
              <a:defRPr sz="3456" b="1"/>
            </a:lvl5pPr>
            <a:lvl6pPr marL="4937760" indent="0">
              <a:buNone/>
              <a:defRPr sz="3456" b="1"/>
            </a:lvl6pPr>
            <a:lvl7pPr marL="5925312" indent="0">
              <a:buNone/>
              <a:defRPr sz="3456" b="1"/>
            </a:lvl7pPr>
            <a:lvl8pPr marL="6912864" indent="0">
              <a:buNone/>
              <a:defRPr sz="3456" b="1"/>
            </a:lvl8pPr>
            <a:lvl9pPr marL="7900416" indent="0">
              <a:buNone/>
              <a:defRPr sz="34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388032" y="5410846"/>
            <a:ext cx="9563252" cy="7958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1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452" y="987531"/>
            <a:ext cx="7255183" cy="3456358"/>
          </a:xfrm>
        </p:spPr>
        <p:txBody>
          <a:bodyPr anchor="b"/>
          <a:lstStyle>
            <a:lvl1pPr>
              <a:defRPr sz="69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252" y="2132795"/>
            <a:ext cx="11388030" cy="10526805"/>
          </a:xfrm>
        </p:spPr>
        <p:txBody>
          <a:bodyPr/>
          <a:lstStyle>
            <a:lvl1pPr>
              <a:defRPr sz="6912"/>
            </a:lvl1pPr>
            <a:lvl2pPr>
              <a:defRPr sz="6048"/>
            </a:lvl2pPr>
            <a:lvl3pPr>
              <a:defRPr sz="5184"/>
            </a:lvl3pPr>
            <a:lvl4pPr>
              <a:defRPr sz="4320"/>
            </a:lvl4pPr>
            <a:lvl5pPr>
              <a:defRPr sz="4320"/>
            </a:lvl5pPr>
            <a:lvl6pPr>
              <a:defRPr sz="4320"/>
            </a:lvl6pPr>
            <a:lvl7pPr>
              <a:defRPr sz="4320"/>
            </a:lvl7pPr>
            <a:lvl8pPr>
              <a:defRPr sz="4320"/>
            </a:lvl8pPr>
            <a:lvl9pPr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49452" y="4443889"/>
            <a:ext cx="7255183" cy="8232854"/>
          </a:xfrm>
        </p:spPr>
        <p:txBody>
          <a:bodyPr/>
          <a:lstStyle>
            <a:lvl1pPr marL="0" indent="0">
              <a:buNone/>
              <a:defRPr sz="3456"/>
            </a:lvl1pPr>
            <a:lvl2pPr marL="987552" indent="0">
              <a:buNone/>
              <a:defRPr sz="3024"/>
            </a:lvl2pPr>
            <a:lvl3pPr marL="1975104" indent="0">
              <a:buNone/>
              <a:defRPr sz="2592"/>
            </a:lvl3pPr>
            <a:lvl4pPr marL="2962656" indent="0">
              <a:buNone/>
              <a:defRPr sz="2160"/>
            </a:lvl4pPr>
            <a:lvl5pPr marL="3950208" indent="0">
              <a:buNone/>
              <a:defRPr sz="2160"/>
            </a:lvl5pPr>
            <a:lvl6pPr marL="4937760" indent="0">
              <a:buNone/>
              <a:defRPr sz="2160"/>
            </a:lvl6pPr>
            <a:lvl7pPr marL="5925312" indent="0">
              <a:buNone/>
              <a:defRPr sz="2160"/>
            </a:lvl7pPr>
            <a:lvl8pPr marL="6912864" indent="0">
              <a:buNone/>
              <a:defRPr sz="2160"/>
            </a:lvl8pPr>
            <a:lvl9pPr marL="7900416" indent="0">
              <a:buNone/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452" y="987531"/>
            <a:ext cx="7255183" cy="3456358"/>
          </a:xfrm>
        </p:spPr>
        <p:txBody>
          <a:bodyPr anchor="b"/>
          <a:lstStyle>
            <a:lvl1pPr>
              <a:defRPr sz="69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63252" y="2132795"/>
            <a:ext cx="11388030" cy="10526805"/>
          </a:xfrm>
        </p:spPr>
        <p:txBody>
          <a:bodyPr anchor="t"/>
          <a:lstStyle>
            <a:lvl1pPr marL="0" indent="0">
              <a:buNone/>
              <a:defRPr sz="6912"/>
            </a:lvl1pPr>
            <a:lvl2pPr marL="987552" indent="0">
              <a:buNone/>
              <a:defRPr sz="6048"/>
            </a:lvl2pPr>
            <a:lvl3pPr marL="1975104" indent="0">
              <a:buNone/>
              <a:defRPr sz="5184"/>
            </a:lvl3pPr>
            <a:lvl4pPr marL="2962656" indent="0">
              <a:buNone/>
              <a:defRPr sz="4320"/>
            </a:lvl4pPr>
            <a:lvl5pPr marL="3950208" indent="0">
              <a:buNone/>
              <a:defRPr sz="4320"/>
            </a:lvl5pPr>
            <a:lvl6pPr marL="4937760" indent="0">
              <a:buNone/>
              <a:defRPr sz="4320"/>
            </a:lvl6pPr>
            <a:lvl7pPr marL="5925312" indent="0">
              <a:buNone/>
              <a:defRPr sz="4320"/>
            </a:lvl7pPr>
            <a:lvl8pPr marL="6912864" indent="0">
              <a:buNone/>
              <a:defRPr sz="4320"/>
            </a:lvl8pPr>
            <a:lvl9pPr marL="7900416" indent="0">
              <a:buNone/>
              <a:defRPr sz="43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49452" y="4443889"/>
            <a:ext cx="7255183" cy="8232854"/>
          </a:xfrm>
        </p:spPr>
        <p:txBody>
          <a:bodyPr/>
          <a:lstStyle>
            <a:lvl1pPr marL="0" indent="0">
              <a:buNone/>
              <a:defRPr sz="3456"/>
            </a:lvl1pPr>
            <a:lvl2pPr marL="987552" indent="0">
              <a:buNone/>
              <a:defRPr sz="3024"/>
            </a:lvl2pPr>
            <a:lvl3pPr marL="1975104" indent="0">
              <a:buNone/>
              <a:defRPr sz="2592"/>
            </a:lvl3pPr>
            <a:lvl4pPr marL="2962656" indent="0">
              <a:buNone/>
              <a:defRPr sz="2160"/>
            </a:lvl4pPr>
            <a:lvl5pPr marL="3950208" indent="0">
              <a:buNone/>
              <a:defRPr sz="2160"/>
            </a:lvl5pPr>
            <a:lvl6pPr marL="4937760" indent="0">
              <a:buNone/>
              <a:defRPr sz="2160"/>
            </a:lvl6pPr>
            <a:lvl7pPr marL="5925312" indent="0">
              <a:buNone/>
              <a:defRPr sz="2160"/>
            </a:lvl7pPr>
            <a:lvl8pPr marL="6912864" indent="0">
              <a:buNone/>
              <a:defRPr sz="2160"/>
            </a:lvl8pPr>
            <a:lvl9pPr marL="7900416" indent="0">
              <a:buNone/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3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3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097896" y="788653"/>
            <a:ext cx="4850457" cy="12553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46524" y="788653"/>
            <a:ext cx="14270186" cy="125533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6523" y="788656"/>
            <a:ext cx="19401830" cy="2863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6523" y="3943266"/>
            <a:ext cx="19401830" cy="939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523" y="13729425"/>
            <a:ext cx="5061347" cy="788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85E92-34C7-4AEA-B8FF-1AB73C67792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1428" y="13729425"/>
            <a:ext cx="7592020" cy="788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87005" y="13729425"/>
            <a:ext cx="5061347" cy="788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92A0-3B18-42D4-A97B-2D0BCBC0A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7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975104" rtl="0" eaLnBrk="1" latinLnBrk="0" hangingPunct="1">
        <a:lnSpc>
          <a:spcPct val="90000"/>
        </a:lnSpc>
        <a:spcBef>
          <a:spcPct val="0"/>
        </a:spcBef>
        <a:buNone/>
        <a:defRPr sz="9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3776" indent="-493776" algn="l" defTabSz="1975104" rtl="0" eaLnBrk="1" latinLnBrk="0" hangingPunct="1">
        <a:lnSpc>
          <a:spcPct val="90000"/>
        </a:lnSpc>
        <a:spcBef>
          <a:spcPts val="2160"/>
        </a:spcBef>
        <a:buFont typeface="Arial" panose="020B0604020202020204" pitchFamily="34" charset="0"/>
        <a:buChar char="•"/>
        <a:defRPr sz="6048" kern="1200">
          <a:solidFill>
            <a:schemeClr val="tx1"/>
          </a:solidFill>
          <a:latin typeface="+mn-lt"/>
          <a:ea typeface="+mn-ea"/>
          <a:cs typeface="+mn-cs"/>
        </a:defRPr>
      </a:lvl1pPr>
      <a:lvl2pPr marL="1481328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5184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456432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4pPr>
      <a:lvl5pPr marL="4443984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5pPr>
      <a:lvl6pPr marL="5431536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6pPr>
      <a:lvl7pPr marL="6419088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7pPr>
      <a:lvl8pPr marL="7406640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8pPr>
      <a:lvl9pPr marL="8394192" indent="-493776" algn="l" defTabSz="1975104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1pPr>
      <a:lvl2pPr marL="987552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2pPr>
      <a:lvl3pPr marL="1975104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3pPr>
      <a:lvl4pPr marL="2962656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4pPr>
      <a:lvl5pPr marL="3950208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5pPr>
      <a:lvl6pPr marL="4937760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6pPr>
      <a:lvl7pPr marL="5925312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7pPr>
      <a:lvl8pPr marL="6912864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8pPr>
      <a:lvl9pPr marL="7900416" algn="l" defTabSz="1975104" rtl="0" eaLnBrk="1" latinLnBrk="0" hangingPunct="1">
        <a:defRPr sz="38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43336D-1F71-2D34-BE1B-865580B95099}"/>
              </a:ext>
            </a:extLst>
          </p:cNvPr>
          <p:cNvSpPr/>
          <p:nvPr/>
        </p:nvSpPr>
        <p:spPr>
          <a:xfrm>
            <a:off x="653906" y="726229"/>
            <a:ext cx="1797405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Navegación autónoma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E4DD5E-813F-C6E6-1365-64D6E441EB58}"/>
              </a:ext>
            </a:extLst>
          </p:cNvPr>
          <p:cNvSpPr/>
          <p:nvPr/>
        </p:nvSpPr>
        <p:spPr>
          <a:xfrm>
            <a:off x="3192128" y="726229"/>
            <a:ext cx="1576763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cmd_vel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95D727-99F0-DAFF-8E6A-9E79F11A3A24}"/>
              </a:ext>
            </a:extLst>
          </p:cNvPr>
          <p:cNvSpPr/>
          <p:nvPr/>
        </p:nvSpPr>
        <p:spPr>
          <a:xfrm>
            <a:off x="12015097" y="728692"/>
            <a:ext cx="2045914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FF0000"/>
                </a:solidFill>
              </a:rPr>
              <a:t>/</a:t>
            </a:r>
            <a:r>
              <a:rPr lang="es-ES" sz="2068" b="1" dirty="0" err="1">
                <a:solidFill>
                  <a:srgbClr val="FF0000"/>
                </a:solidFill>
              </a:rPr>
              <a:t>cmd_vel_joy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450A9F-0032-29AE-173F-2A1261B535E0}"/>
              </a:ext>
            </a:extLst>
          </p:cNvPr>
          <p:cNvSpPr/>
          <p:nvPr/>
        </p:nvSpPr>
        <p:spPr>
          <a:xfrm>
            <a:off x="14663599" y="728692"/>
            <a:ext cx="2045914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FF0000"/>
                </a:solidFill>
              </a:rPr>
              <a:t>Teleoperación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94A162-6515-4BBC-3060-78245841B8E1}"/>
              </a:ext>
            </a:extLst>
          </p:cNvPr>
          <p:cNvSpPr/>
          <p:nvPr/>
        </p:nvSpPr>
        <p:spPr>
          <a:xfrm>
            <a:off x="7150133" y="2290704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cmd_vel_out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9DA8D1-8BCF-4C50-ACFE-03E42DBD4A13}"/>
              </a:ext>
            </a:extLst>
          </p:cNvPr>
          <p:cNvSpPr/>
          <p:nvPr/>
        </p:nvSpPr>
        <p:spPr>
          <a:xfrm>
            <a:off x="3305677" y="3753515"/>
            <a:ext cx="2276112" cy="958160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002060"/>
                </a:solidFill>
              </a:rPr>
              <a:t>GazeboSystem</a:t>
            </a:r>
            <a:endParaRPr lang="en-US" sz="2068" b="1" dirty="0">
              <a:solidFill>
                <a:srgbClr val="002060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E1BBC2A-A958-3939-C13B-02302641D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974" y="3836600"/>
            <a:ext cx="551229" cy="79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E8B88AF5-2740-B149-2947-2C842819B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73" y="11610823"/>
            <a:ext cx="598038" cy="108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7AFC50-95EA-9C86-094E-AF41DF605303}"/>
              </a:ext>
            </a:extLst>
          </p:cNvPr>
          <p:cNvSpPr/>
          <p:nvPr/>
        </p:nvSpPr>
        <p:spPr>
          <a:xfrm>
            <a:off x="2992213" y="5193734"/>
            <a:ext cx="2903029" cy="958160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002060"/>
                </a:solidFill>
              </a:rPr>
              <a:t>diff_drive_controller</a:t>
            </a:r>
            <a:endParaRPr lang="es-ES" sz="2068" b="1" dirty="0">
              <a:solidFill>
                <a:srgbClr val="00206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32C2E0-629B-78CB-6C13-1D3807846BEA}"/>
              </a:ext>
            </a:extLst>
          </p:cNvPr>
          <p:cNvSpPr/>
          <p:nvPr/>
        </p:nvSpPr>
        <p:spPr>
          <a:xfrm>
            <a:off x="1478331" y="6919321"/>
            <a:ext cx="2283125" cy="958160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002060"/>
                </a:solidFill>
              </a:rPr>
              <a:t>Rueda izquierda virtual</a:t>
            </a:r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C6E2B6-CB64-788E-6725-6A428FC30662}"/>
              </a:ext>
            </a:extLst>
          </p:cNvPr>
          <p:cNvSpPr/>
          <p:nvPr/>
        </p:nvSpPr>
        <p:spPr>
          <a:xfrm>
            <a:off x="5111927" y="6919321"/>
            <a:ext cx="2283125" cy="958160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002060"/>
                </a:solidFill>
              </a:rPr>
              <a:t>Rueda derecha virtual</a:t>
            </a:r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56CEFE-6ACC-C122-8954-78AE7719649F}"/>
              </a:ext>
            </a:extLst>
          </p:cNvPr>
          <p:cNvSpPr/>
          <p:nvPr/>
        </p:nvSpPr>
        <p:spPr>
          <a:xfrm>
            <a:off x="11586536" y="3753515"/>
            <a:ext cx="2903032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FF0000"/>
                </a:solidFill>
              </a:rPr>
              <a:t>DiffDriveArduino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D0B454-1F2B-9383-5BE9-906C80031175}"/>
              </a:ext>
            </a:extLst>
          </p:cNvPr>
          <p:cNvSpPr/>
          <p:nvPr/>
        </p:nvSpPr>
        <p:spPr>
          <a:xfrm>
            <a:off x="11586535" y="5191402"/>
            <a:ext cx="2903032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FF0000"/>
                </a:solidFill>
              </a:rPr>
              <a:t>diff_drive_controller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53949C-BF54-A269-8857-BB85AE104395}"/>
              </a:ext>
            </a:extLst>
          </p:cNvPr>
          <p:cNvSpPr/>
          <p:nvPr/>
        </p:nvSpPr>
        <p:spPr>
          <a:xfrm>
            <a:off x="9887086" y="6919321"/>
            <a:ext cx="2283125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FF0000"/>
                </a:solidFill>
              </a:rPr>
              <a:t>Rueda izquierda</a:t>
            </a:r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FB144C-59CF-128C-70C3-5B881F024B56}"/>
              </a:ext>
            </a:extLst>
          </p:cNvPr>
          <p:cNvSpPr/>
          <p:nvPr/>
        </p:nvSpPr>
        <p:spPr>
          <a:xfrm>
            <a:off x="13943404" y="6919321"/>
            <a:ext cx="2283125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rgbClr val="FF0000"/>
                </a:solidFill>
              </a:rPr>
              <a:t>Rueda derecha</a:t>
            </a:r>
            <a:endParaRPr lang="en-US" sz="2068" b="1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64EB75-2934-1A3A-5642-B5B5272F6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064" y="3523418"/>
            <a:ext cx="500203" cy="50020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208B71-C772-FE70-71DF-3DD909ECA59C}"/>
              </a:ext>
            </a:extLst>
          </p:cNvPr>
          <p:cNvSpPr/>
          <p:nvPr/>
        </p:nvSpPr>
        <p:spPr>
          <a:xfrm>
            <a:off x="7716133" y="9046565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odom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3127B9-F66D-3F66-F045-664767527434}"/>
              </a:ext>
            </a:extLst>
          </p:cNvPr>
          <p:cNvSpPr/>
          <p:nvPr/>
        </p:nvSpPr>
        <p:spPr>
          <a:xfrm>
            <a:off x="9194985" y="11672709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slam_toolbox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5376D0-B682-978E-E8E1-C4E65B9C60E5}"/>
              </a:ext>
            </a:extLst>
          </p:cNvPr>
          <p:cNvSpPr/>
          <p:nvPr/>
        </p:nvSpPr>
        <p:spPr>
          <a:xfrm>
            <a:off x="12239445" y="11672708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scan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F0A88A-B070-C79D-2F86-5CA6B20E67F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451310" y="1205309"/>
            <a:ext cx="740816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59EE77-AB2A-B36B-57B7-4DC3DD397432}"/>
              </a:ext>
            </a:extLst>
          </p:cNvPr>
          <p:cNvCxnSpPr>
            <a:cxnSpLocks/>
            <a:stCxn id="5" idx="3"/>
            <a:endCxn id="80" idx="1"/>
          </p:cNvCxnSpPr>
          <p:nvPr/>
        </p:nvCxnSpPr>
        <p:spPr>
          <a:xfrm flipV="1">
            <a:off x="4768890" y="1195325"/>
            <a:ext cx="1836482" cy="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7CA8AA-CA1D-C488-144D-9247638D6F9C}"/>
              </a:ext>
            </a:extLst>
          </p:cNvPr>
          <p:cNvCxnSpPr>
            <a:cxnSpLocks/>
            <a:stCxn id="6" idx="1"/>
            <a:endCxn id="80" idx="3"/>
          </p:cNvCxnSpPr>
          <p:nvPr/>
        </p:nvCxnSpPr>
        <p:spPr>
          <a:xfrm flipH="1" flipV="1">
            <a:off x="9739969" y="1195324"/>
            <a:ext cx="2275129" cy="12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F2AE56-29A7-E9B4-E3FE-BDFEF5582CF5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14061010" y="1207764"/>
            <a:ext cx="602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7972C6-B480-F7C6-6A82-B4A1759F0A80}"/>
              </a:ext>
            </a:extLst>
          </p:cNvPr>
          <p:cNvCxnSpPr>
            <a:cxnSpLocks/>
            <a:stCxn id="79" idx="2"/>
            <a:endCxn id="9" idx="0"/>
          </p:cNvCxnSpPr>
          <p:nvPr/>
        </p:nvCxnSpPr>
        <p:spPr>
          <a:xfrm flipH="1">
            <a:off x="8172552" y="1891351"/>
            <a:ext cx="118" cy="399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B2EA877-1F79-79AF-39E9-6A0E6E737B8E}"/>
              </a:ext>
            </a:extLst>
          </p:cNvPr>
          <p:cNvCxnSpPr>
            <a:stCxn id="9" idx="3"/>
            <a:endCxn id="17" idx="0"/>
          </p:cNvCxnSpPr>
          <p:nvPr/>
        </p:nvCxnSpPr>
        <p:spPr>
          <a:xfrm>
            <a:off x="9194983" y="2769783"/>
            <a:ext cx="3843069" cy="9837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4E72C08-C927-7194-6D03-BADB53EBBCDA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4443735" y="2769782"/>
            <a:ext cx="2706392" cy="9837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ACCD44-3C4B-ED30-D687-B4B00E673CC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4443724" y="4711671"/>
            <a:ext cx="11" cy="482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758B997-C277-ADF7-F2DD-2B9A48DC4AC7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5895239" y="5672815"/>
            <a:ext cx="358247" cy="12465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6E348D2-5FD6-60D3-D07F-333432249B9A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2619892" y="5672813"/>
            <a:ext cx="372319" cy="12465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1A1B9-BED6-CDBD-4B50-05299EB54CB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13038058" y="4711679"/>
            <a:ext cx="1" cy="479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175D045-6E8B-60AA-667E-C5396CEF9E66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>
            <a:off x="14489564" y="5670479"/>
            <a:ext cx="595394" cy="12488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10E5402-84FF-20A9-510C-16BB5A86DB53}"/>
              </a:ext>
            </a:extLst>
          </p:cNvPr>
          <p:cNvCxnSpPr>
            <a:cxnSpLocks/>
            <a:stCxn id="18" idx="1"/>
            <a:endCxn id="19" idx="0"/>
          </p:cNvCxnSpPr>
          <p:nvPr/>
        </p:nvCxnSpPr>
        <p:spPr>
          <a:xfrm rot="10800000" flipV="1">
            <a:off x="11028645" y="5670479"/>
            <a:ext cx="557894" cy="12488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DA6EEE6-CC9B-8687-CA2F-D95EFE0C26F8}"/>
              </a:ext>
            </a:extLst>
          </p:cNvPr>
          <p:cNvCxnSpPr>
            <a:stCxn id="15" idx="2"/>
            <a:endCxn id="21" idx="1"/>
          </p:cNvCxnSpPr>
          <p:nvPr/>
        </p:nvCxnSpPr>
        <p:spPr>
          <a:xfrm rot="16200000" flipH="1">
            <a:off x="4343928" y="6153448"/>
            <a:ext cx="1648164" cy="50962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5078A79-5A71-F054-52F0-E20B9B0F7D93}"/>
              </a:ext>
            </a:extLst>
          </p:cNvPr>
          <p:cNvCxnSpPr>
            <a:stCxn id="16" idx="2"/>
            <a:endCxn id="21" idx="1"/>
          </p:cNvCxnSpPr>
          <p:nvPr/>
        </p:nvCxnSpPr>
        <p:spPr>
          <a:xfrm rot="16200000" flipH="1">
            <a:off x="6160725" y="7970242"/>
            <a:ext cx="1648164" cy="14626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FFE33DC-E1C8-278E-0694-722DFBC7C406}"/>
              </a:ext>
            </a:extLst>
          </p:cNvPr>
          <p:cNvCxnSpPr>
            <a:cxnSpLocks/>
            <a:stCxn id="19" idx="2"/>
            <a:endCxn id="21" idx="3"/>
          </p:cNvCxnSpPr>
          <p:nvPr/>
        </p:nvCxnSpPr>
        <p:spPr>
          <a:xfrm rot="5400000">
            <a:off x="9570733" y="8067739"/>
            <a:ext cx="1648164" cy="12676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0D2D3D3E-D778-E1E1-085A-8B32C90F293E}"/>
              </a:ext>
            </a:extLst>
          </p:cNvPr>
          <p:cNvCxnSpPr>
            <a:stCxn id="20" idx="2"/>
            <a:endCxn id="21" idx="3"/>
          </p:cNvCxnSpPr>
          <p:nvPr/>
        </p:nvCxnSpPr>
        <p:spPr>
          <a:xfrm rot="5400000">
            <a:off x="11598892" y="6039570"/>
            <a:ext cx="1648164" cy="53239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8CE71824-EBF4-29F1-9D06-F94F64A34F4A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 rot="16200000" flipH="1">
            <a:off x="8643993" y="10099290"/>
            <a:ext cx="1667984" cy="147885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731B9C9A-65B0-D35F-5C31-19B4A6100C24}"/>
              </a:ext>
            </a:extLst>
          </p:cNvPr>
          <p:cNvCxnSpPr>
            <a:cxnSpLocks/>
            <a:stCxn id="21" idx="2"/>
            <a:endCxn id="186" idx="0"/>
          </p:cNvCxnSpPr>
          <p:nvPr/>
        </p:nvCxnSpPr>
        <p:spPr>
          <a:xfrm rot="5400000">
            <a:off x="7121762" y="10055918"/>
            <a:ext cx="1667982" cy="15656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50ED9B0-DBD0-D59E-C363-83D1EA386E59}"/>
              </a:ext>
            </a:extLst>
          </p:cNvPr>
          <p:cNvCxnSpPr>
            <a:stCxn id="25" idx="1"/>
            <a:endCxn id="24" idx="3"/>
          </p:cNvCxnSpPr>
          <p:nvPr/>
        </p:nvCxnSpPr>
        <p:spPr>
          <a:xfrm flipH="1">
            <a:off x="11239838" y="12151782"/>
            <a:ext cx="99960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7BE843-5DCD-BC90-D00D-6F409A83C5FB}"/>
              </a:ext>
            </a:extLst>
          </p:cNvPr>
          <p:cNvGrpSpPr/>
          <p:nvPr/>
        </p:nvGrpSpPr>
        <p:grpSpPr>
          <a:xfrm>
            <a:off x="6605372" y="477723"/>
            <a:ext cx="3134596" cy="1413629"/>
            <a:chOff x="3561736" y="2198532"/>
            <a:chExt cx="2728452" cy="1230468"/>
          </a:xfrm>
        </p:grpSpPr>
        <p:sp>
          <p:nvSpPr>
            <p:cNvPr id="79" name="Diamond 78">
              <a:extLst>
                <a:ext uri="{FF2B5EF4-FFF2-40B4-BE49-F238E27FC236}">
                  <a16:creationId xmlns:a16="http://schemas.microsoft.com/office/drawing/2014/main" id="{1E575ACD-4216-0AC7-5390-4DBC1813F100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7" b="1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2534C7B-2464-D800-1C28-371B6C920B9C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326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38" b="1" dirty="0" err="1">
                  <a:solidFill>
                    <a:srgbClr val="CC9B00"/>
                  </a:solidFill>
                </a:rPr>
                <a:t>Twist_mux</a:t>
              </a:r>
              <a:endParaRPr lang="es-ES" sz="1838" b="1" dirty="0">
                <a:solidFill>
                  <a:srgbClr val="CC9B00"/>
                </a:solidFill>
              </a:endParaRPr>
            </a:p>
          </p:txBody>
        </p:sp>
      </p:grpSp>
      <p:sp>
        <p:nvSpPr>
          <p:cNvPr id="95" name="Diamond 94">
            <a:extLst>
              <a:ext uri="{FF2B5EF4-FFF2-40B4-BE49-F238E27FC236}">
                <a16:creationId xmlns:a16="http://schemas.microsoft.com/office/drawing/2014/main" id="{072E5909-7FC4-0709-7F70-9F6C3EDACFD6}"/>
              </a:ext>
            </a:extLst>
          </p:cNvPr>
          <p:cNvSpPr/>
          <p:nvPr/>
        </p:nvSpPr>
        <p:spPr>
          <a:xfrm>
            <a:off x="18459114" y="4639900"/>
            <a:ext cx="758821" cy="418331"/>
          </a:xfrm>
          <a:prstGeom prst="diamond">
            <a:avLst/>
          </a:prstGeom>
          <a:solidFill>
            <a:srgbClr val="FFFF9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7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0BBEBD6-797A-3619-A238-3CF96DC220DD}"/>
              </a:ext>
            </a:extLst>
          </p:cNvPr>
          <p:cNvSpPr txBox="1"/>
          <p:nvPr/>
        </p:nvSpPr>
        <p:spPr>
          <a:xfrm>
            <a:off x="19447125" y="4657396"/>
            <a:ext cx="1803728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Condicional</a:t>
            </a:r>
            <a:endParaRPr lang="en-US" sz="1608" i="1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7A67063-A4CA-9C73-9A1E-94B1F0D745B9}"/>
              </a:ext>
            </a:extLst>
          </p:cNvPr>
          <p:cNvSpPr/>
          <p:nvPr/>
        </p:nvSpPr>
        <p:spPr>
          <a:xfrm>
            <a:off x="18459118" y="5308367"/>
            <a:ext cx="758820" cy="418332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C763BE-EEB1-46BF-E3D2-D0B2FEF5B84C}"/>
              </a:ext>
            </a:extLst>
          </p:cNvPr>
          <p:cNvSpPr txBox="1"/>
          <p:nvPr/>
        </p:nvSpPr>
        <p:spPr>
          <a:xfrm>
            <a:off x="19490968" y="5347265"/>
            <a:ext cx="1757910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Siempre incluido</a:t>
            </a:r>
            <a:endParaRPr lang="en-US" sz="1608" i="1" dirty="0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D593395-0691-553E-AEBE-29717E337AB3}"/>
              </a:ext>
            </a:extLst>
          </p:cNvPr>
          <p:cNvSpPr/>
          <p:nvPr/>
        </p:nvSpPr>
        <p:spPr>
          <a:xfrm>
            <a:off x="18459118" y="5985903"/>
            <a:ext cx="758820" cy="401002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FF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8BF7C83-3E2A-59E8-FF59-9F1BEFAA2B66}"/>
              </a:ext>
            </a:extLst>
          </p:cNvPr>
          <p:cNvSpPr txBox="1"/>
          <p:nvPr/>
        </p:nvSpPr>
        <p:spPr>
          <a:xfrm>
            <a:off x="19490969" y="6010492"/>
            <a:ext cx="1759886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Hardware real</a:t>
            </a:r>
            <a:endParaRPr lang="en-US" sz="1608" i="1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20EE4B3-2892-F3C9-62B6-820A0EC6E3EB}"/>
              </a:ext>
            </a:extLst>
          </p:cNvPr>
          <p:cNvSpPr/>
          <p:nvPr/>
        </p:nvSpPr>
        <p:spPr>
          <a:xfrm>
            <a:off x="18459114" y="6637114"/>
            <a:ext cx="758820" cy="424309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 b="1" dirty="0">
              <a:solidFill>
                <a:srgbClr val="00206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1110AA8-3AA2-561C-5F53-0602774CA612}"/>
              </a:ext>
            </a:extLst>
          </p:cNvPr>
          <p:cNvSpPr txBox="1"/>
          <p:nvPr/>
        </p:nvSpPr>
        <p:spPr>
          <a:xfrm>
            <a:off x="19492943" y="6654748"/>
            <a:ext cx="1757910" cy="339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608" i="1" dirty="0"/>
              <a:t>Simulación</a:t>
            </a:r>
            <a:endParaRPr lang="en-US" sz="1608" i="1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142F580-C771-FD59-F08C-C00E4152F239}"/>
              </a:ext>
            </a:extLst>
          </p:cNvPr>
          <p:cNvSpPr/>
          <p:nvPr/>
        </p:nvSpPr>
        <p:spPr>
          <a:xfrm>
            <a:off x="18134628" y="3893165"/>
            <a:ext cx="3315337" cy="3554628"/>
          </a:xfrm>
          <a:prstGeom prst="roundRect">
            <a:avLst>
              <a:gd name="adj" fmla="val 7552"/>
            </a:avLst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68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E5FE99-A1CD-846E-AC4C-21B185AFDB79}"/>
              </a:ext>
            </a:extLst>
          </p:cNvPr>
          <p:cNvSpPr txBox="1"/>
          <p:nvPr/>
        </p:nvSpPr>
        <p:spPr>
          <a:xfrm>
            <a:off x="18380012" y="3991748"/>
            <a:ext cx="1803728" cy="37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38" b="1" i="1" dirty="0"/>
              <a:t>Leyenda</a:t>
            </a:r>
            <a:r>
              <a:rPr lang="es-ES" sz="1838" b="1" dirty="0"/>
              <a:t>:</a:t>
            </a:r>
            <a:endParaRPr lang="en-US" sz="1838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E4C75FD-2E98-5D2D-456E-91EB1FE7C47A}"/>
              </a:ext>
            </a:extLst>
          </p:cNvPr>
          <p:cNvSpPr txBox="1"/>
          <p:nvPr/>
        </p:nvSpPr>
        <p:spPr>
          <a:xfrm>
            <a:off x="4718241" y="889577"/>
            <a:ext cx="1873491" cy="304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78" b="1" dirty="0">
                <a:solidFill>
                  <a:schemeClr val="accent3">
                    <a:lumMod val="50000"/>
                  </a:schemeClr>
                </a:solidFill>
              </a:rPr>
              <a:t>Prioridad 10</a:t>
            </a:r>
            <a:endParaRPr lang="en-US" sz="137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39E64D-11B6-536D-7FAF-8672DC6E6A7A}"/>
              </a:ext>
            </a:extLst>
          </p:cNvPr>
          <p:cNvSpPr txBox="1"/>
          <p:nvPr/>
        </p:nvSpPr>
        <p:spPr>
          <a:xfrm>
            <a:off x="9981387" y="889577"/>
            <a:ext cx="1873491" cy="304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78" b="1" dirty="0">
                <a:solidFill>
                  <a:schemeClr val="accent3">
                    <a:lumMod val="50000"/>
                  </a:schemeClr>
                </a:solidFill>
              </a:rPr>
              <a:t>Prioridad 100</a:t>
            </a:r>
            <a:endParaRPr lang="en-US" sz="137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1DDA946D-34C3-A6A8-408E-047429223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4610" y="6509827"/>
            <a:ext cx="729774" cy="729774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DBF506B2-A55C-5974-3096-7294824CD9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184" b="17040"/>
          <a:stretch>
            <a:fillRect/>
          </a:stretch>
        </p:blipFill>
        <p:spPr>
          <a:xfrm>
            <a:off x="3390644" y="6653557"/>
            <a:ext cx="756722" cy="50530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1A9772C-1338-3185-B1DD-BA2C159DA6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184" b="17040"/>
          <a:stretch>
            <a:fillRect/>
          </a:stretch>
        </p:blipFill>
        <p:spPr>
          <a:xfrm>
            <a:off x="6984807" y="6634056"/>
            <a:ext cx="756722" cy="505303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BA552530-299A-7DE6-F39C-CE3D7FEC6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9363" y="6509827"/>
            <a:ext cx="729774" cy="729774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9952F074-7402-6AF3-3212-4BAF304431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7566" y="425305"/>
            <a:ext cx="547065" cy="547065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E25791A2-565B-97A0-91D2-D28152AE48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93" y="456288"/>
            <a:ext cx="516083" cy="516083"/>
          </a:xfrm>
          <a:prstGeom prst="rect">
            <a:avLst/>
          </a:prstGeom>
        </p:spPr>
      </p:pic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9E686B1-49C3-25A0-CDCB-21FC975F860D}"/>
              </a:ext>
            </a:extLst>
          </p:cNvPr>
          <p:cNvSpPr/>
          <p:nvPr/>
        </p:nvSpPr>
        <p:spPr>
          <a:xfrm>
            <a:off x="18145844" y="10485319"/>
            <a:ext cx="2283125" cy="958160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FF0000"/>
                </a:solidFill>
              </a:rPr>
              <a:t>rplidar_ros</a:t>
            </a:r>
            <a:r>
              <a:rPr lang="es-ES" sz="2068" b="1" dirty="0">
                <a:solidFill>
                  <a:srgbClr val="FF0000"/>
                </a:solidFill>
              </a:rPr>
              <a:t> </a:t>
            </a:r>
            <a:endParaRPr lang="en-US" sz="2068" b="1" dirty="0">
              <a:solidFill>
                <a:srgbClr val="FF0000"/>
              </a:solidFill>
            </a:endParaRP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AF8CD06D-F234-32E3-1845-FED384B48D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12324" y="10119482"/>
            <a:ext cx="731668" cy="731668"/>
          </a:xfrm>
          <a:prstGeom prst="rect">
            <a:avLst/>
          </a:prstGeom>
        </p:spPr>
      </p:pic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E03867B0-9291-BB25-4502-E0F16CB65273}"/>
              </a:ext>
            </a:extLst>
          </p:cNvPr>
          <p:cNvSpPr/>
          <p:nvPr/>
        </p:nvSpPr>
        <p:spPr>
          <a:xfrm>
            <a:off x="18145840" y="12986735"/>
            <a:ext cx="3381308" cy="958160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 err="1">
                <a:solidFill>
                  <a:srgbClr val="002060"/>
                </a:solidFill>
              </a:rPr>
              <a:t>libgazebo_ros_ray_sensor</a:t>
            </a:r>
            <a:r>
              <a:rPr lang="es-ES" sz="2068" b="1" dirty="0">
                <a:solidFill>
                  <a:srgbClr val="002060"/>
                </a:solidFill>
              </a:rPr>
              <a:t> </a:t>
            </a:r>
            <a:endParaRPr lang="en-US" sz="2068" b="1" dirty="0">
              <a:solidFill>
                <a:srgbClr val="002060"/>
              </a:solidFill>
            </a:endParaRP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C5496069-88F9-6739-3E5A-1522243BBB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58002" y="12729386"/>
            <a:ext cx="510089" cy="510089"/>
          </a:xfrm>
          <a:prstGeom prst="rect">
            <a:avLst/>
          </a:prstGeom>
        </p:spPr>
      </p:pic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25F97CF-3E6F-A702-7206-53C8D220F965}"/>
              </a:ext>
            </a:extLst>
          </p:cNvPr>
          <p:cNvGrpSpPr/>
          <p:nvPr/>
        </p:nvGrpSpPr>
        <p:grpSpPr>
          <a:xfrm>
            <a:off x="15000024" y="11445575"/>
            <a:ext cx="3134596" cy="1413629"/>
            <a:chOff x="3561736" y="2198532"/>
            <a:chExt cx="2728452" cy="1230468"/>
          </a:xfrm>
        </p:grpSpPr>
        <p:sp>
          <p:nvSpPr>
            <p:cNvPr id="155" name="Diamond 154">
              <a:extLst>
                <a:ext uri="{FF2B5EF4-FFF2-40B4-BE49-F238E27FC236}">
                  <a16:creationId xmlns:a16="http://schemas.microsoft.com/office/drawing/2014/main" id="{E37F0057-71CB-0396-DA1F-86B9E95CB1A6}"/>
                </a:ext>
              </a:extLst>
            </p:cNvPr>
            <p:cNvSpPr/>
            <p:nvPr/>
          </p:nvSpPr>
          <p:spPr>
            <a:xfrm>
              <a:off x="3667433" y="2198532"/>
              <a:ext cx="2517058" cy="1230468"/>
            </a:xfrm>
            <a:prstGeom prst="diamond">
              <a:avLst/>
            </a:prstGeom>
            <a:solidFill>
              <a:srgbClr val="FFFF9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7" b="1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032D4BC3-8C14-48D9-6980-762D3D446839}"/>
                </a:ext>
              </a:extLst>
            </p:cNvPr>
            <p:cNvSpPr txBox="1"/>
            <p:nvPr/>
          </p:nvSpPr>
          <p:spPr>
            <a:xfrm>
              <a:off x="3561736" y="2659877"/>
              <a:ext cx="2728452" cy="295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8" b="1" dirty="0">
                  <a:solidFill>
                    <a:srgbClr val="CC9B00"/>
                  </a:solidFill>
                </a:rPr>
                <a:t>¿</a:t>
              </a:r>
              <a:r>
                <a:rPr lang="es-ES" sz="1608" b="1" dirty="0" err="1">
                  <a:solidFill>
                    <a:srgbClr val="CC9B00"/>
                  </a:solidFill>
                </a:rPr>
                <a:t>sim_mode</a:t>
              </a:r>
              <a:r>
                <a:rPr lang="es-ES" sz="1608" b="1" dirty="0">
                  <a:solidFill>
                    <a:srgbClr val="CC9B00"/>
                  </a:solidFill>
                </a:rPr>
                <a:t> = true?</a:t>
              </a:r>
              <a:endParaRPr lang="en-US" sz="1608" b="1" dirty="0">
                <a:solidFill>
                  <a:srgbClr val="CC9B00"/>
                </a:solidFill>
              </a:endParaRPr>
            </a:p>
          </p:txBody>
        </p:sp>
      </p:grp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21DA813A-177B-5697-3316-E74114CA11A2}"/>
              </a:ext>
            </a:extLst>
          </p:cNvPr>
          <p:cNvCxnSpPr>
            <a:stCxn id="146" idx="1"/>
            <a:endCxn id="155" idx="0"/>
          </p:cNvCxnSpPr>
          <p:nvPr/>
        </p:nvCxnSpPr>
        <p:spPr>
          <a:xfrm rot="10800000" flipV="1">
            <a:off x="16567321" y="10964400"/>
            <a:ext cx="1578517" cy="4811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13F92A98-2B27-1391-085E-F875559C9C8B}"/>
              </a:ext>
            </a:extLst>
          </p:cNvPr>
          <p:cNvCxnSpPr>
            <a:stCxn id="149" idx="1"/>
            <a:endCxn id="155" idx="2"/>
          </p:cNvCxnSpPr>
          <p:nvPr/>
        </p:nvCxnSpPr>
        <p:spPr>
          <a:xfrm rot="10800000">
            <a:off x="16567321" y="12859207"/>
            <a:ext cx="1578517" cy="6066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E740A10-5261-C074-A817-FA33B1C861FA}"/>
              </a:ext>
            </a:extLst>
          </p:cNvPr>
          <p:cNvCxnSpPr>
            <a:stCxn id="156" idx="1"/>
            <a:endCxn id="25" idx="3"/>
          </p:cNvCxnSpPr>
          <p:nvPr/>
        </p:nvCxnSpPr>
        <p:spPr>
          <a:xfrm flipH="1">
            <a:off x="14284302" y="12145480"/>
            <a:ext cx="715723" cy="6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369AB465-EBC2-9A93-9FB2-3C6E0B47C01A}"/>
              </a:ext>
            </a:extLst>
          </p:cNvPr>
          <p:cNvSpPr/>
          <p:nvPr/>
        </p:nvSpPr>
        <p:spPr>
          <a:xfrm>
            <a:off x="7647174" y="5196641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es-ES" sz="2068" b="1" dirty="0" err="1">
                <a:solidFill>
                  <a:schemeClr val="accent3">
                    <a:lumMod val="50000"/>
                  </a:schemeClr>
                </a:solidFill>
              </a:rPr>
              <a:t>tf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D571C25-E48D-5D6B-FEBD-09FCB131F533}"/>
              </a:ext>
            </a:extLst>
          </p:cNvPr>
          <p:cNvCxnSpPr>
            <a:stCxn id="14" idx="3"/>
            <a:endCxn id="179" idx="1"/>
          </p:cNvCxnSpPr>
          <p:nvPr/>
        </p:nvCxnSpPr>
        <p:spPr>
          <a:xfrm>
            <a:off x="5895238" y="5672816"/>
            <a:ext cx="1751934" cy="2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5E0B295-B4CE-5213-ADD9-0FB942942FE4}"/>
              </a:ext>
            </a:extLst>
          </p:cNvPr>
          <p:cNvCxnSpPr>
            <a:stCxn id="18" idx="1"/>
            <a:endCxn id="179" idx="3"/>
          </p:cNvCxnSpPr>
          <p:nvPr/>
        </p:nvCxnSpPr>
        <p:spPr>
          <a:xfrm flipH="1">
            <a:off x="9692034" y="5670481"/>
            <a:ext cx="1894509" cy="5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6712D79F-49E8-F8EB-F92C-C1942B9BFCF2}"/>
              </a:ext>
            </a:extLst>
          </p:cNvPr>
          <p:cNvSpPr/>
          <p:nvPr/>
        </p:nvSpPr>
        <p:spPr>
          <a:xfrm>
            <a:off x="6150523" y="11672708"/>
            <a:ext cx="2044857" cy="958160"/>
          </a:xfrm>
          <a:prstGeom prst="roundRect">
            <a:avLst/>
          </a:prstGeom>
          <a:solidFill>
            <a:srgbClr val="89FFB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68" b="1" dirty="0">
                <a:solidFill>
                  <a:schemeClr val="accent3">
                    <a:lumMod val="50000"/>
                  </a:schemeClr>
                </a:solidFill>
              </a:rPr>
              <a:t>Nav2</a:t>
            </a:r>
            <a:endParaRPr lang="en-US" sz="2068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83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2026-03-23T22:34:30Z</dcterms:created>
  <dcterms:modified xsi:type="dcterms:W3CDTF">2026-03-24T01:51:25Z</dcterms:modified>
</cp:coreProperties>
</file>