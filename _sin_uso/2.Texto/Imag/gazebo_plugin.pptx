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4E4E7-63B3-4264-B2A8-CF377920C2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BA01F-8556-4F9A-A1C4-78DC6AF2B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0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A01F-8556-4F9A-A1C4-78DC6AF2B1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BE99-2950-A9E5-F9F5-690C85B6C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5493E-5664-6A02-3247-780EAB8C5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738AA-555E-18A0-BC09-0D3151CE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DC06D-BD69-7608-78FE-91AABDEC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1CDB-E0B3-94F5-3E31-FC2ECC08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6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4A57-B1A6-F570-E139-BB9A013F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FC96-7985-4873-5CC8-EBB003598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368E-7C94-DD33-BBDA-26E7A72E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55811-D930-C805-13E8-A000D41E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19500-F0C0-C332-06DD-3B00064E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5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050C-A8CA-5106-986B-5551AACA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CB9F8-EA73-2CC3-DF57-07766E5D4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E744-9038-23DE-CA88-9217C3E7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7C2A0-625F-1F16-2CA1-D49DDA4C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75ED-1ADC-7119-04C1-E1E066BC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6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7140-9255-8B19-E0F1-45ED19FE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8E245-A840-D5FF-4C9F-73907E387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630DA-3D98-643B-B385-A8216507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1CC38-D28B-4E37-7631-586C08F31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176A0-7B69-733E-F7AC-D7801770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C07E-853C-04CF-3224-CC53A8C7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4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2B38-9A38-B15D-B9C0-8DA42405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67A81-B1F1-2EA3-8CFC-EAECC58FF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A0CAE-7FF6-E284-B28F-616E693FA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CA5F4-2B65-D58B-5DE3-6C9E7D77F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9CB42-F51D-6C67-D6AC-4B57B4C00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6FA4-97C1-0AF7-96FA-6B0C8ACD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075D3-7839-F8DE-8B95-5E67731D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D615A-2962-EF47-B88F-B7AF2289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5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5E09-74E8-1AD8-775C-1FFCB0AF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0E63F-564F-BA35-8402-F2D7DA97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E1A0A-6BA0-3AF5-5CF0-D8CC4E7A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D23CB-4269-5638-BC63-DE51CEB6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8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CDCED-FD14-91A3-6F36-E8DD7F29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F0D37-0D49-B9EA-D8F8-F59F188B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98007-B174-F2BB-8879-626283A8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2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CC77-24F2-3EC4-A178-65972625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3C8F-8592-1620-2113-45E2451E4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8E5C8-6C1D-A55A-71E9-DF090F20A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B5B30-B05C-498E-27F7-4A6F45BC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650AA-774E-6A29-4BE9-19BB4C80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C014F-C902-0A44-2884-20404A3C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5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AE24-EA55-FE85-73C8-88A9956D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63A38-9937-4DA6-6DAC-76BFCFE76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F3957-E0F2-C1BB-1B43-2D1E42022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7A8D-A4F8-EBF6-B5FF-AA2CE3B1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3BB77-B942-9AD3-B060-E1BA21CC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EB2E5-0F33-CC92-1E73-C44D78E3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0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CDCE-FB7D-2713-6A0D-48F3459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35ABA-F4C9-5430-0CC7-1AE80C6A0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96CF-03C9-C1B4-5B40-7F5F945F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E6283-ABBC-1D7A-B9CE-39A92BA38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AEE5E-612A-40C3-BE21-3CB32AEE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3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651E1-3F6C-8706-406D-E49920AB3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6CA00-C06E-49F1-A20F-D3947616C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B1E4-F8B0-4503-867E-C79779C8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1564-808D-8B4D-F083-3A09D28E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873E8-C5C7-5100-7DF5-FDDD92C5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9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A61D58-F476-DE65-9885-11EE7E41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A4720-48D8-EB56-4B0E-8B9E3F15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507D-20D8-48C9-1362-6FBA7CBA3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67C38-21E1-45C6-A293-08155DE0DF9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57732-2CCC-FCA3-EA7B-81386DE4E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7B10-4678-5F5C-6D12-FF2B3198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9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70FCFF-BC0A-2810-BEDB-B7B191373274}"/>
              </a:ext>
            </a:extLst>
          </p:cNvPr>
          <p:cNvSpPr/>
          <p:nvPr/>
        </p:nvSpPr>
        <p:spPr>
          <a:xfrm>
            <a:off x="4437300" y="1841361"/>
            <a:ext cx="3317397" cy="92961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libgazebo_ros_diff_drive.so</a:t>
            </a:r>
          </a:p>
          <a:p>
            <a:pPr algn="ctr"/>
            <a:r>
              <a:rPr lang="en-US" sz="1600" i="1" dirty="0"/>
              <a:t>Plugin </a:t>
            </a:r>
            <a:r>
              <a:rPr lang="en-US" sz="1600" i="1" dirty="0" err="1"/>
              <a:t>diferencial</a:t>
            </a:r>
            <a:r>
              <a:rPr lang="en-US" sz="1600" i="1" dirty="0"/>
              <a:t> de Gazebo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D7C97596-910B-94BA-47CF-62E78E2F0CEA}"/>
              </a:ext>
            </a:extLst>
          </p:cNvPr>
          <p:cNvSpPr/>
          <p:nvPr/>
        </p:nvSpPr>
        <p:spPr>
          <a:xfrm>
            <a:off x="66713" y="1886813"/>
            <a:ext cx="3290418" cy="848344"/>
          </a:xfrm>
          <a:prstGeom prst="parallelogram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/</a:t>
            </a:r>
            <a:r>
              <a:rPr lang="es-ES" b="1" dirty="0" err="1"/>
              <a:t>cmd_vel</a:t>
            </a:r>
            <a:endParaRPr lang="es-ES" b="1" dirty="0"/>
          </a:p>
          <a:p>
            <a:pPr algn="ctr"/>
            <a:r>
              <a:rPr lang="es-ES" sz="1600" i="1" dirty="0" err="1"/>
              <a:t>geometry_msgs</a:t>
            </a:r>
            <a:r>
              <a:rPr lang="es-ES" sz="1600" i="1" dirty="0"/>
              <a:t>/Twist</a:t>
            </a:r>
            <a:endParaRPr lang="en-US" sz="1600" i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62A928-075C-A590-53A7-98ADA3F63554}"/>
              </a:ext>
            </a:extLst>
          </p:cNvPr>
          <p:cNvSpPr/>
          <p:nvPr/>
        </p:nvSpPr>
        <p:spPr>
          <a:xfrm>
            <a:off x="4343279" y="5127613"/>
            <a:ext cx="3956485" cy="92961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Motor de física Gazebo</a:t>
            </a:r>
          </a:p>
          <a:p>
            <a:pPr algn="ctr"/>
            <a:r>
              <a:rPr lang="es-ES" dirty="0" err="1"/>
              <a:t>left_wheel_joint</a:t>
            </a:r>
            <a:r>
              <a:rPr lang="es-ES" dirty="0"/>
              <a:t>, </a:t>
            </a:r>
            <a:r>
              <a:rPr lang="es-ES" dirty="0" err="1"/>
              <a:t>right</a:t>
            </a:r>
            <a:r>
              <a:rPr lang="es-ES" dirty="0"/>
              <a:t> _</a:t>
            </a:r>
            <a:r>
              <a:rPr lang="es-ES" dirty="0" err="1"/>
              <a:t>wheel_joint</a:t>
            </a:r>
            <a:endParaRPr lang="en-US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B24AEEA-AC34-E842-99D9-BF363E01C9A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26927" y="3931385"/>
            <a:ext cx="2392455" cy="1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35E7AA4-CE3F-33B1-A66E-DE36A40FC67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79543" y="3952467"/>
            <a:ext cx="2362993" cy="2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17EAD4-2F59-A62C-2110-946B823CB4E4}"/>
              </a:ext>
            </a:extLst>
          </p:cNvPr>
          <p:cNvSpPr/>
          <p:nvPr/>
        </p:nvSpPr>
        <p:spPr>
          <a:xfrm>
            <a:off x="10158371" y="3650401"/>
            <a:ext cx="1486748" cy="53549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odom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1FDEDB-769C-8497-F792-2C12BA200A6F}"/>
              </a:ext>
            </a:extLst>
          </p:cNvPr>
          <p:cNvSpPr/>
          <p:nvPr/>
        </p:nvSpPr>
        <p:spPr>
          <a:xfrm>
            <a:off x="10152021" y="4761733"/>
            <a:ext cx="1486748" cy="53549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base_link</a:t>
            </a:r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C477088-5D67-B906-FD9E-511535997243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5400000">
            <a:off x="10610651" y="4470638"/>
            <a:ext cx="575839" cy="635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26E4F5-0211-5D81-EC09-8626AEF3E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67" y="956742"/>
            <a:ext cx="647351" cy="93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C71BC2C-E5F4-1D24-BF7C-F6466630A1FE}"/>
              </a:ext>
            </a:extLst>
          </p:cNvPr>
          <p:cNvSpPr/>
          <p:nvPr/>
        </p:nvSpPr>
        <p:spPr>
          <a:xfrm>
            <a:off x="3495367" y="678517"/>
            <a:ext cx="5201265" cy="5638614"/>
          </a:xfrm>
          <a:prstGeom prst="roundRect">
            <a:avLst>
              <a:gd name="adj" fmla="val 5136"/>
            </a:avLst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97251BB-187A-F7F6-6DB9-C3D229AE71A7}"/>
              </a:ext>
            </a:extLst>
          </p:cNvPr>
          <p:cNvCxnSpPr>
            <a:cxnSpLocks/>
            <a:stCxn id="5" idx="2"/>
            <a:endCxn id="4" idx="1"/>
          </p:cNvCxnSpPr>
          <p:nvPr/>
        </p:nvCxnSpPr>
        <p:spPr>
          <a:xfrm flipV="1">
            <a:off x="3251088" y="2306166"/>
            <a:ext cx="1186212" cy="4819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4FCF142-BFA1-53E6-C512-14311072E6F3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7754697" y="2306166"/>
            <a:ext cx="2403674" cy="161198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67739C3-3CAC-0400-D406-ACD19FFC1DCB}"/>
              </a:ext>
            </a:extLst>
          </p:cNvPr>
          <p:cNvSpPr txBox="1"/>
          <p:nvPr/>
        </p:nvSpPr>
        <p:spPr>
          <a:xfrm>
            <a:off x="3711944" y="3627188"/>
            <a:ext cx="17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/>
              <a:t>Estado simulado de </a:t>
            </a:r>
            <a:r>
              <a:rPr lang="es-ES" sz="1400" i="1" dirty="0" err="1"/>
              <a:t>joints</a:t>
            </a:r>
            <a:endParaRPr lang="en-US" sz="1400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A17F89-0E7C-00D6-A921-E95C0806D124}"/>
              </a:ext>
            </a:extLst>
          </p:cNvPr>
          <p:cNvSpPr txBox="1"/>
          <p:nvPr/>
        </p:nvSpPr>
        <p:spPr>
          <a:xfrm>
            <a:off x="6806940" y="3550244"/>
            <a:ext cx="1668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/>
              <a:t>Comandos de Velocidades de rueda</a:t>
            </a:r>
            <a:endParaRPr lang="en-US" sz="1400" i="1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C4F8F1B-3394-9BB1-D723-6E15DC4449C4}"/>
              </a:ext>
            </a:extLst>
          </p:cNvPr>
          <p:cNvSpPr/>
          <p:nvPr/>
        </p:nvSpPr>
        <p:spPr>
          <a:xfrm>
            <a:off x="9834515" y="2900517"/>
            <a:ext cx="2077327" cy="2821858"/>
          </a:xfrm>
          <a:prstGeom prst="roundRect">
            <a:avLst>
              <a:gd name="adj" fmla="val 5136"/>
            </a:avLst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40D4E9C-819A-1F9A-6CD4-4FAA668C693C}"/>
              </a:ext>
            </a:extLst>
          </p:cNvPr>
          <p:cNvSpPr/>
          <p:nvPr/>
        </p:nvSpPr>
        <p:spPr>
          <a:xfrm>
            <a:off x="9555753" y="1135626"/>
            <a:ext cx="2516371" cy="78180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/</a:t>
            </a:r>
            <a:r>
              <a:rPr lang="es-ES" dirty="0" err="1"/>
              <a:t>odom</a:t>
            </a:r>
            <a:endParaRPr lang="es-ES" dirty="0"/>
          </a:p>
          <a:p>
            <a:pPr algn="ctr"/>
            <a:r>
              <a:rPr lang="es-ES" dirty="0" err="1"/>
              <a:t>nav_msgs</a:t>
            </a:r>
            <a:r>
              <a:rPr lang="es-ES" dirty="0"/>
              <a:t>/</a:t>
            </a:r>
            <a:r>
              <a:rPr lang="es-ES" dirty="0" err="1"/>
              <a:t>Odometry</a:t>
            </a:r>
            <a:endParaRPr lang="en-US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E0C7EBD-4B49-DCFE-5897-417433FC70E9}"/>
              </a:ext>
            </a:extLst>
          </p:cNvPr>
          <p:cNvCxnSpPr>
            <a:cxnSpLocks/>
            <a:stCxn id="4" idx="3"/>
            <a:endCxn id="44" idx="1"/>
          </p:cNvCxnSpPr>
          <p:nvPr/>
        </p:nvCxnSpPr>
        <p:spPr>
          <a:xfrm flipV="1">
            <a:off x="7754697" y="1526530"/>
            <a:ext cx="1801056" cy="779636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D654A5F-A22F-E20E-5FAD-EC76597471E1}"/>
              </a:ext>
            </a:extLst>
          </p:cNvPr>
          <p:cNvSpPr txBox="1"/>
          <p:nvPr/>
        </p:nvSpPr>
        <p:spPr>
          <a:xfrm>
            <a:off x="10013060" y="3074562"/>
            <a:ext cx="17202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i="1" dirty="0" err="1"/>
              <a:t>Difusion</a:t>
            </a:r>
            <a:r>
              <a:rPr lang="es-ES" sz="1600" i="1" dirty="0"/>
              <a:t> TF en /</a:t>
            </a:r>
            <a:r>
              <a:rPr lang="es-ES" sz="1600" i="1" dirty="0" err="1"/>
              <a:t>tf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87510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Alexis Valderas Neculqueo</dc:creator>
  <cp:lastModifiedBy>Sebastian Valderas</cp:lastModifiedBy>
  <cp:revision>5</cp:revision>
  <dcterms:created xsi:type="dcterms:W3CDTF">2025-10-19T19:53:38Z</dcterms:created>
  <dcterms:modified xsi:type="dcterms:W3CDTF">2026-05-17T02:18:47Z</dcterms:modified>
</cp:coreProperties>
</file>